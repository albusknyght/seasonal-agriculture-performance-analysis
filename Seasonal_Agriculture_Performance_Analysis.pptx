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9.xml" ContentType="application/vnd.openxmlformats-officedocument.presentationml.slide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22.xml" ContentType="application/vnd.openxmlformats-officedocument.theme+xml"/>
  <Override PartName="/ppt/slideLayouts/slideLayout8.xml" ContentType="application/vnd.openxmlformats-officedocument.presentationml.slideLayout+xml"/>
  <Override PartName="/ppt/slideLayouts/slideLayout18.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20.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US" sz="2800" b="0" u="none" strike="noStrike">
                <a:solidFill>
                  <a:schemeClr val="dk1"/>
                </a:solidFill>
                <a:effectLst/>
                <a:uFillTx/>
                <a:latin typeface="Trebuchet MS"/>
              </a:rPr>
              <a:t>Click to move the slide</a:t>
            </a:r>
            <a:endParaRPr lang="en-US" sz="2800" b="0" u="none" strike="noStrike">
              <a:solidFill>
                <a:schemeClr val="dk1"/>
              </a:solidFill>
              <a:effectLst/>
              <a:uFillTx/>
              <a:latin typeface="Trebuchet MS"/>
            </a:endParaRPr>
          </a:p>
        </p:txBody>
      </p:sp>
      <p:sp>
        <p:nvSpPr>
          <p:cNvPr id="46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461"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462" name="PlaceHolder 4"/>
          <p:cNvSpPr>
            <a:spLocks noGrp="1"/>
          </p:cNvSpPr>
          <p:nvPr>
            <p:ph type="dt" idx="49"/>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63" name="PlaceHolder 5"/>
          <p:cNvSpPr>
            <a:spLocks noGrp="1"/>
          </p:cNvSpPr>
          <p:nvPr>
            <p:ph type="ftr" idx="50"/>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4" name="PlaceHolder 6"/>
          <p:cNvSpPr>
            <a:spLocks noGrp="1"/>
          </p:cNvSpPr>
          <p:nvPr>
            <p:ph type="sldNum" idx="51"/>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F907B12F-E7F4-4FD9-85F6-ED45C3C621A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685800" y="1143000"/>
            <a:ext cx="5486040" cy="3085920"/>
          </a:xfrm>
          <a:prstGeom prst="rect">
            <a:avLst/>
          </a:prstGeom>
          <a:ln w="0">
            <a:noFill/>
          </a:ln>
        </p:spPr>
      </p:sp>
      <p:sp>
        <p:nvSpPr>
          <p:cNvPr id="5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544"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6642478-68C6-45C2-8A72-4CD93E4097E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31" name="PlaceHolder 1"/>
          <p:cNvSpPr>
            <a:spLocks noGrp="1"/>
          </p:cNvSpPr>
          <p:nvPr>
            <p:ph type="title"/>
          </p:nvPr>
        </p:nvSpPr>
        <p:spPr>
          <a:xfrm>
            <a:off x="432000" y="647640"/>
            <a:ext cx="11339640" cy="699840"/>
          </a:xfrm>
          <a:prstGeom prst="rect">
            <a:avLst/>
          </a:prstGeom>
          <a:noFill/>
          <a:ln w="0">
            <a:noFill/>
          </a:ln>
        </p:spPr>
        <p:txBody>
          <a:bodyPr lIns="0" tIns="0" rIns="0" bIns="0" anchor="ctr">
            <a:spAutoFit/>
          </a:bodyPr>
          <a:p>
            <a:pPr indent="0" algn="l" defTabSz="457200">
              <a:buNone/>
            </a:pPr>
            <a:endParaRPr lang="en-US" sz="3600" b="0" u="none" strike="noStrike">
              <a:solidFill>
                <a:schemeClr val="accent1"/>
              </a:solidFill>
              <a:effectLst/>
              <a:uFillTx/>
              <a:latin typeface="Trebuchet MS"/>
            </a:endParaRPr>
          </a:p>
        </p:txBody>
      </p:sp>
      <p:sp>
        <p:nvSpPr>
          <p:cNvPr id="32" name="PlaceHolder 2"/>
          <p:cNvSpPr>
            <a:spLocks noGrp="1"/>
          </p:cNvSpPr>
          <p:nvPr>
            <p:ph type="subTitle"/>
          </p:nvPr>
        </p:nvSpPr>
        <p:spPr>
          <a:xfrm>
            <a:off x="5353560" y="2511720"/>
            <a:ext cx="1484640" cy="136764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46D2CE7-DF34-4B4C-BAAB-5E67116317E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solidFill>
          <a:srgbClr val="FFFFFF"/>
        </a:solidFill>
      </p:bgPr>
    </p:bg>
    <p:spTree>
      <p:nvGrpSpPr>
        <p:cNvPr id="1" name=""/>
        <p:cNvGrpSpPr/>
        <p:nvPr/>
      </p:nvGrpSpPr>
      <p:grpSpPr>
        <a:xfrm>
          <a:off x="0" y="0"/>
          <a:ext cx="0" cy="0"/>
          <a:chOff x="0" y="0"/>
          <a:chExt cx="0" cy="0"/>
        </a:xfrm>
      </p:grpSpPr>
      <p:grpSp>
        <p:nvGrpSpPr>
          <p:cNvPr id="33" name="Group 43"/>
          <p:cNvGrpSpPr/>
          <p:nvPr/>
        </p:nvGrpSpPr>
        <p:grpSpPr>
          <a:xfrm>
            <a:off x="0" y="-8640"/>
            <a:ext cx="12191760" cy="6866640"/>
            <a:chOff x="0" y="-8640"/>
            <a:chExt cx="12191760" cy="6866640"/>
          </a:xfrm>
        </p:grpSpPr>
        <p:cxnSp>
          <p:nvCxnSpPr>
            <p:cNvPr id="34"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35"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3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4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064A0C1C-60F6-4D13-A9DC-AC65C1EE36FD}"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4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4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DB10920C-0CC8-43BC-888E-900F76A0CB2D}" type="slidenum">
              <a:rPr lang="en-US" sz="1100" b="0" u="none" strike="noStrike">
                <a:solidFill>
                  <a:schemeClr val="accent4"/>
                </a:solidFill>
                <a:effectLst/>
                <a:uFillTx/>
                <a:latin typeface="Trebuchet MS"/>
              </a:rPr>
              <a:t>1</a:t>
            </a:fld>
            <a:endParaRPr lang="en-US" sz="1100" b="0" u="none" strike="noStrike">
              <a:solidFill>
                <a:srgbClr val="000000"/>
              </a:solidFill>
              <a:effectLst/>
              <a:uFillTx/>
              <a:latin typeface="Arial"/>
            </a:endParaRPr>
          </a:p>
        </p:txBody>
      </p:sp>
      <p:sp>
        <p:nvSpPr>
          <p:cNvPr id="47" name="PlaceHolder 1"/>
          <p:cNvSpPr>
            <a:spLocks noGrp="1"/>
          </p:cNvSpPr>
          <p:nvPr>
            <p:ph type="title"/>
          </p:nvPr>
        </p:nvSpPr>
        <p:spPr>
          <a:xfrm>
            <a:off x="677160" y="609480"/>
            <a:ext cx="8596440" cy="3403080"/>
          </a:xfrm>
          <a:prstGeom prst="rect">
            <a:avLst/>
          </a:prstGeom>
          <a:noFill/>
          <a:ln w="0">
            <a:noFill/>
          </a:ln>
        </p:spPr>
        <p:txBody>
          <a:bodyPr lIns="91440" tIns="45720" rIns="91440" bIns="45720" anchor="ctr">
            <a:normAutofit/>
          </a:bodyPr>
          <a:lstStyle>
            <a:lvl1pPr indent="0" algn="l" defTabSz="457200">
              <a:lnSpc>
                <a:spcPct val="100000"/>
              </a:lnSpc>
              <a:buNone/>
              <a:defRPr lang="en-US" sz="4400" b="0" u="none" strike="noStrike">
                <a:solidFill>
                  <a:schemeClr val="accent1"/>
                </a:solidFill>
                <a:effectLst/>
                <a:uFillTx/>
                <a:latin typeface="Trebuchet MS"/>
              </a:defRPr>
            </a:lvl1pPr>
          </a:lstStyle>
          <a:p>
            <a:pPr indent="0" algn="l" defTabSz="457200">
              <a:lnSpc>
                <a:spcPct val="100000"/>
              </a:lnSpc>
              <a:buNone/>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48" name="PlaceHolder 2"/>
          <p:cNvSpPr>
            <a:spLocks noGrp="1"/>
          </p:cNvSpPr>
          <p:nvPr>
            <p:ph type="body"/>
          </p:nvPr>
        </p:nvSpPr>
        <p:spPr>
          <a:xfrm>
            <a:off x="677160" y="4470480"/>
            <a:ext cx="8596440" cy="157068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p:txBody>
      </p:sp>
      <p:sp>
        <p:nvSpPr>
          <p:cNvPr id="49" name="PlaceHolder 3"/>
          <p:cNvSpPr>
            <a:spLocks noGrp="1"/>
          </p:cNvSpPr>
          <p:nvPr>
            <p:ph type="dt" idx="4"/>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50" name="PlaceHolder 4"/>
          <p:cNvSpPr>
            <a:spLocks noGrp="1"/>
          </p:cNvSpPr>
          <p:nvPr>
            <p:ph type="ftr" idx="5"/>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1" name="PlaceHolder 5"/>
          <p:cNvSpPr>
            <a:spLocks noGrp="1"/>
          </p:cNvSpPr>
          <p:nvPr>
            <p:ph type="sldNum" idx="6"/>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59B45163-C48D-49EC-9640-594D51DB3FC4}"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solidFill>
          <a:srgbClr val="FFFFFF"/>
        </a:solidFill>
      </p:bgPr>
    </p:bg>
    <p:spTree>
      <p:nvGrpSpPr>
        <p:cNvPr id="1" name=""/>
        <p:cNvGrpSpPr/>
        <p:nvPr/>
      </p:nvGrpSpPr>
      <p:grpSpPr>
        <a:xfrm>
          <a:off x="0" y="0"/>
          <a:ext cx="0" cy="0"/>
          <a:chOff x="0" y="0"/>
          <a:chExt cx="0" cy="0"/>
        </a:xfrm>
      </p:grpSpPr>
      <p:grpSp>
        <p:nvGrpSpPr>
          <p:cNvPr id="52" name="Group 43"/>
          <p:cNvGrpSpPr/>
          <p:nvPr/>
        </p:nvGrpSpPr>
        <p:grpSpPr>
          <a:xfrm>
            <a:off x="0" y="-8640"/>
            <a:ext cx="12191760" cy="6866640"/>
            <a:chOff x="0" y="-8640"/>
            <a:chExt cx="12191760" cy="6866640"/>
          </a:xfrm>
        </p:grpSpPr>
        <p:cxnSp>
          <p:nvCxnSpPr>
            <p:cNvPr id="53"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54"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5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6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77A713C4-1E81-4355-B245-D6F136BE5DAF}"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6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6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36C4DE86-4728-4BF2-B87F-63D7FB3D3DAC}"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66" name="PlaceHolder 1"/>
          <p:cNvSpPr>
            <a:spLocks noGrp="1"/>
          </p:cNvSpPr>
          <p:nvPr>
            <p:ph type="title"/>
          </p:nvPr>
        </p:nvSpPr>
        <p:spPr>
          <a:xfrm>
            <a:off x="931320" y="609480"/>
            <a:ext cx="8093880" cy="3022200"/>
          </a:xfrm>
          <a:prstGeom prst="rect">
            <a:avLst/>
          </a:prstGeom>
          <a:noFill/>
          <a:ln w="0">
            <a:noFill/>
          </a:ln>
        </p:spPr>
        <p:txBody>
          <a:bodyPr lIns="91440" tIns="45720" rIns="91440" bIns="45720" anchor="ctr">
            <a:normAutofit/>
          </a:bodyPr>
          <a:lstStyle>
            <a:lvl1pPr indent="0" algn="l" defTabSz="457200">
              <a:lnSpc>
                <a:spcPct val="100000"/>
              </a:lnSpc>
              <a:buNone/>
              <a:defRPr lang="en-US" sz="4400" b="0" u="none" strike="noStrike">
                <a:solidFill>
                  <a:schemeClr val="accent1"/>
                </a:solidFill>
                <a:effectLst/>
                <a:uFillTx/>
                <a:latin typeface="Trebuchet MS"/>
              </a:defRPr>
            </a:lvl1pPr>
          </a:lstStyle>
          <a:p>
            <a:pPr indent="0" algn="l" defTabSz="457200">
              <a:lnSpc>
                <a:spcPct val="100000"/>
              </a:lnSpc>
              <a:buNone/>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67" name="PlaceHolder 2"/>
          <p:cNvSpPr>
            <a:spLocks noGrp="1"/>
          </p:cNvSpPr>
          <p:nvPr>
            <p:ph type="body"/>
          </p:nvPr>
        </p:nvSpPr>
        <p:spPr>
          <a:xfrm>
            <a:off x="1366200" y="3632040"/>
            <a:ext cx="7224120" cy="380520"/>
          </a:xfrm>
          <a:prstGeom prst="rect">
            <a:avLst/>
          </a:prstGeom>
          <a:noFill/>
          <a:ln w="0">
            <a:noFill/>
          </a:ln>
        </p:spPr>
        <p:txBody>
          <a:bodyPr lIns="91440" tIns="45720" rIns="91440" bIns="45720" anchor="ctr">
            <a:noAutofit/>
          </a:bodyPr>
          <a:lstStyle>
            <a:lvl1pPr indent="0" algn="l" defTabSz="457200">
              <a:lnSpc>
                <a:spcPct val="100000"/>
              </a:lnSpc>
              <a:spcBef>
                <a:spcPts val="1001"/>
              </a:spcBef>
              <a:buNone/>
              <a:tabLst>
                <a:tab pos="0" algn="l"/>
              </a:tabLst>
              <a:defRPr lang="en-US" sz="16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chemeClr val="dk1">
                  <a:lumMod val="75000"/>
                  <a:lumOff val="25000"/>
                </a:schemeClr>
              </a:solidFill>
              <a:effectLst/>
              <a:uFillTx/>
              <a:latin typeface="Trebuchet MS"/>
            </a:endParaRPr>
          </a:p>
        </p:txBody>
      </p:sp>
      <p:sp>
        <p:nvSpPr>
          <p:cNvPr id="68" name="PlaceHolder 3"/>
          <p:cNvSpPr>
            <a:spLocks noGrp="1"/>
          </p:cNvSpPr>
          <p:nvPr>
            <p:ph type="body"/>
          </p:nvPr>
        </p:nvSpPr>
        <p:spPr>
          <a:xfrm>
            <a:off x="677160" y="4470480"/>
            <a:ext cx="8596440" cy="157068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p:txBody>
      </p:sp>
      <p:sp>
        <p:nvSpPr>
          <p:cNvPr id="69" name="PlaceHolder 4"/>
          <p:cNvSpPr>
            <a:spLocks noGrp="1"/>
          </p:cNvSpPr>
          <p:nvPr>
            <p:ph type="dt" idx="7"/>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70" name="PlaceHolder 5"/>
          <p:cNvSpPr>
            <a:spLocks noGrp="1"/>
          </p:cNvSpPr>
          <p:nvPr>
            <p:ph type="ftr" idx="8"/>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1" name="PlaceHolder 6"/>
          <p:cNvSpPr>
            <a:spLocks noGrp="1"/>
          </p:cNvSpPr>
          <p:nvPr>
            <p:ph type="sldNum" idx="9"/>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C26DDE5D-7E06-4239-91CC-1F4D0CD91590}"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72"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
        <p:nvSpPr>
          <p:cNvPr id="73"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solidFill>
          <a:srgbClr val="FFFFFF"/>
        </a:solidFill>
      </p:bgPr>
    </p:bg>
    <p:spTree>
      <p:nvGrpSpPr>
        <p:cNvPr id="1" name=""/>
        <p:cNvGrpSpPr/>
        <p:nvPr/>
      </p:nvGrpSpPr>
      <p:grpSpPr>
        <a:xfrm>
          <a:off x="0" y="0"/>
          <a:ext cx="0" cy="0"/>
          <a:chOff x="0" y="0"/>
          <a:chExt cx="0" cy="0"/>
        </a:xfrm>
      </p:grpSpPr>
      <p:grpSp>
        <p:nvGrpSpPr>
          <p:cNvPr id="74" name="Group 43"/>
          <p:cNvGrpSpPr/>
          <p:nvPr/>
        </p:nvGrpSpPr>
        <p:grpSpPr>
          <a:xfrm>
            <a:off x="0" y="-8640"/>
            <a:ext cx="12191760" cy="6866640"/>
            <a:chOff x="0" y="-8640"/>
            <a:chExt cx="12191760" cy="6866640"/>
          </a:xfrm>
        </p:grpSpPr>
        <p:cxnSp>
          <p:nvCxnSpPr>
            <p:cNvPr id="75"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76"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7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8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97D9F10B-D074-42C2-BD54-AD18A7674528}"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8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8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36D2D90C-97AE-4924-896E-A6D5B9E34590}"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88" name="PlaceHolder 1"/>
          <p:cNvSpPr>
            <a:spLocks noGrp="1"/>
          </p:cNvSpPr>
          <p:nvPr>
            <p:ph type="title"/>
          </p:nvPr>
        </p:nvSpPr>
        <p:spPr>
          <a:xfrm>
            <a:off x="677160" y="1932120"/>
            <a:ext cx="8596440" cy="2595240"/>
          </a:xfrm>
          <a:prstGeom prst="rect">
            <a:avLst/>
          </a:prstGeom>
          <a:noFill/>
          <a:ln w="0">
            <a:noFill/>
          </a:ln>
        </p:spPr>
        <p:txBody>
          <a:bodyPr lIns="91440" tIns="45720" rIns="91440" bIns="45720" anchor="b">
            <a:normAutofit/>
          </a:bodyPr>
          <a:lstStyle>
            <a:lvl1pPr indent="0" algn="l" defTabSz="457200">
              <a:lnSpc>
                <a:spcPct val="100000"/>
              </a:lnSpc>
              <a:buNone/>
              <a:defRPr lang="en-US" sz="4400" b="0" u="none" strike="noStrike">
                <a:solidFill>
                  <a:schemeClr val="accent1"/>
                </a:solidFill>
                <a:effectLst/>
                <a:uFillTx/>
                <a:latin typeface="Trebuchet MS"/>
              </a:defRPr>
            </a:lvl1pPr>
          </a:lstStyle>
          <a:p>
            <a:pPr indent="0" algn="l" defTabSz="457200">
              <a:lnSpc>
                <a:spcPct val="100000"/>
              </a:lnSpc>
              <a:buNone/>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89" name="PlaceHolder 2"/>
          <p:cNvSpPr>
            <a:spLocks noGrp="1"/>
          </p:cNvSpPr>
          <p:nvPr>
            <p:ph type="body"/>
          </p:nvPr>
        </p:nvSpPr>
        <p:spPr>
          <a:xfrm>
            <a:off x="677160" y="4527360"/>
            <a:ext cx="8596440" cy="151344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p:txBody>
      </p:sp>
      <p:sp>
        <p:nvSpPr>
          <p:cNvPr id="90" name="PlaceHolder 3"/>
          <p:cNvSpPr>
            <a:spLocks noGrp="1"/>
          </p:cNvSpPr>
          <p:nvPr>
            <p:ph type="dt" idx="10"/>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91" name="PlaceHolder 4"/>
          <p:cNvSpPr>
            <a:spLocks noGrp="1"/>
          </p:cNvSpPr>
          <p:nvPr>
            <p:ph type="ftr" idx="11"/>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2" name="PlaceHolder 5"/>
          <p:cNvSpPr>
            <a:spLocks noGrp="1"/>
          </p:cNvSpPr>
          <p:nvPr>
            <p:ph type="sldNum" idx="12"/>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07053BBF-AEC3-4183-9987-1789A779500B}"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solidFill>
          <a:srgbClr val="FFFFFF"/>
        </a:solidFill>
      </p:bgPr>
    </p:bg>
    <p:spTree>
      <p:nvGrpSpPr>
        <p:cNvPr id="1" name=""/>
        <p:cNvGrpSpPr/>
        <p:nvPr/>
      </p:nvGrpSpPr>
      <p:grpSpPr>
        <a:xfrm>
          <a:off x="0" y="0"/>
          <a:ext cx="0" cy="0"/>
          <a:chOff x="0" y="0"/>
          <a:chExt cx="0" cy="0"/>
        </a:xfrm>
      </p:grpSpPr>
      <p:grpSp>
        <p:nvGrpSpPr>
          <p:cNvPr id="93" name="Group 43"/>
          <p:cNvGrpSpPr/>
          <p:nvPr/>
        </p:nvGrpSpPr>
        <p:grpSpPr>
          <a:xfrm>
            <a:off x="0" y="-8640"/>
            <a:ext cx="12191760" cy="6866640"/>
            <a:chOff x="0" y="-8640"/>
            <a:chExt cx="12191760" cy="6866640"/>
          </a:xfrm>
        </p:grpSpPr>
        <p:cxnSp>
          <p:nvCxnSpPr>
            <p:cNvPr id="94"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95"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9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0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D4F7E696-E3B1-4F77-9C4B-6BAC89D840A6}"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10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10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D7DF07CF-2E29-4C75-9E76-5BB82E8CB641}"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107" name="PlaceHolder 1"/>
          <p:cNvSpPr>
            <a:spLocks noGrp="1"/>
          </p:cNvSpPr>
          <p:nvPr>
            <p:ph type="title"/>
          </p:nvPr>
        </p:nvSpPr>
        <p:spPr>
          <a:xfrm>
            <a:off x="931320" y="609480"/>
            <a:ext cx="8093880" cy="3022200"/>
          </a:xfrm>
          <a:prstGeom prst="rect">
            <a:avLst/>
          </a:prstGeom>
          <a:noFill/>
          <a:ln w="0">
            <a:noFill/>
          </a:ln>
        </p:spPr>
        <p:txBody>
          <a:bodyPr lIns="91440" tIns="45720" rIns="91440" bIns="45720" anchor="ctr">
            <a:normAutofit/>
          </a:bodyPr>
          <a:lstStyle>
            <a:lvl1pPr indent="0" algn="l" defTabSz="457200">
              <a:lnSpc>
                <a:spcPct val="100000"/>
              </a:lnSpc>
              <a:buNone/>
              <a:defRPr lang="en-US" sz="4400" b="0" u="none" strike="noStrike">
                <a:solidFill>
                  <a:schemeClr val="accent1"/>
                </a:solidFill>
                <a:effectLst/>
                <a:uFillTx/>
                <a:latin typeface="Trebuchet MS"/>
              </a:defRPr>
            </a:lvl1pPr>
          </a:lstStyle>
          <a:p>
            <a:pPr indent="0" algn="l" defTabSz="457200">
              <a:lnSpc>
                <a:spcPct val="100000"/>
              </a:lnSpc>
              <a:buNone/>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108" name="PlaceHolder 2"/>
          <p:cNvSpPr>
            <a:spLocks noGrp="1"/>
          </p:cNvSpPr>
          <p:nvPr>
            <p:ph type="body"/>
          </p:nvPr>
        </p:nvSpPr>
        <p:spPr>
          <a:xfrm>
            <a:off x="677160" y="4013280"/>
            <a:ext cx="8596440" cy="51372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chemeClr val="dk1">
                  <a:lumMod val="50000"/>
                  <a:lumOff val="50000"/>
                </a:schemeClr>
              </a:solidFill>
              <a:effectLst/>
              <a:uFillTx/>
              <a:latin typeface="Trebuchet MS"/>
            </a:endParaRPr>
          </a:p>
        </p:txBody>
      </p:sp>
      <p:sp>
        <p:nvSpPr>
          <p:cNvPr id="109" name="PlaceHolder 3"/>
          <p:cNvSpPr>
            <a:spLocks noGrp="1"/>
          </p:cNvSpPr>
          <p:nvPr>
            <p:ph type="body"/>
          </p:nvPr>
        </p:nvSpPr>
        <p:spPr>
          <a:xfrm>
            <a:off x="677160" y="4527360"/>
            <a:ext cx="8596440" cy="151344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chemeClr val="dk1">
                  <a:lumMod val="50000"/>
                  <a:lumOff val="50000"/>
                </a:schemeClr>
              </a:solidFill>
              <a:effectLst/>
              <a:uFillTx/>
              <a:latin typeface="Trebuchet MS"/>
            </a:endParaRPr>
          </a:p>
        </p:txBody>
      </p:sp>
      <p:sp>
        <p:nvSpPr>
          <p:cNvPr id="110" name="PlaceHolder 4"/>
          <p:cNvSpPr>
            <a:spLocks noGrp="1"/>
          </p:cNvSpPr>
          <p:nvPr>
            <p:ph type="dt" idx="13"/>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11" name="PlaceHolder 5"/>
          <p:cNvSpPr>
            <a:spLocks noGrp="1"/>
          </p:cNvSpPr>
          <p:nvPr>
            <p:ph type="ftr" idx="14"/>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2" name="PlaceHolder 6"/>
          <p:cNvSpPr>
            <a:spLocks noGrp="1"/>
          </p:cNvSpPr>
          <p:nvPr>
            <p:ph type="sldNum" idx="15"/>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15411B0F-6ED4-4845-9D3C-AB45310E0CDC}"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13"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
        <p:nvSpPr>
          <p:cNvPr id="114"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solidFill>
          <a:srgbClr val="FFFFFF"/>
        </a:solidFill>
      </p:bgPr>
    </p:bg>
    <p:spTree>
      <p:nvGrpSpPr>
        <p:cNvPr id="1" name=""/>
        <p:cNvGrpSpPr/>
        <p:nvPr/>
      </p:nvGrpSpPr>
      <p:grpSpPr>
        <a:xfrm>
          <a:off x="0" y="0"/>
          <a:ext cx="0" cy="0"/>
          <a:chOff x="0" y="0"/>
          <a:chExt cx="0" cy="0"/>
        </a:xfrm>
      </p:grpSpPr>
      <p:grpSp>
        <p:nvGrpSpPr>
          <p:cNvPr id="115" name="Group 43"/>
          <p:cNvGrpSpPr/>
          <p:nvPr/>
        </p:nvGrpSpPr>
        <p:grpSpPr>
          <a:xfrm>
            <a:off x="0" y="-8640"/>
            <a:ext cx="12191760" cy="6866640"/>
            <a:chOff x="0" y="-8640"/>
            <a:chExt cx="12191760" cy="6866640"/>
          </a:xfrm>
        </p:grpSpPr>
        <p:cxnSp>
          <p:nvCxnSpPr>
            <p:cNvPr id="116"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117"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118"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9"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0"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1"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2"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3"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4"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5"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26"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B5AAC2A4-1CF9-49C6-925A-8316B5550F06}"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127"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128"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BBE93A71-7F20-47B8-9595-7C22033F6950}"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129" name="PlaceHolder 1"/>
          <p:cNvSpPr>
            <a:spLocks noGrp="1"/>
          </p:cNvSpPr>
          <p:nvPr>
            <p:ph type="title"/>
          </p:nvPr>
        </p:nvSpPr>
        <p:spPr>
          <a:xfrm>
            <a:off x="685800" y="609480"/>
            <a:ext cx="8587800" cy="3022200"/>
          </a:xfrm>
          <a:prstGeom prst="rect">
            <a:avLst/>
          </a:prstGeom>
          <a:noFill/>
          <a:ln w="0">
            <a:noFill/>
          </a:ln>
        </p:spPr>
        <p:txBody>
          <a:bodyPr lIns="91440" tIns="45720" rIns="91440" bIns="45720" anchor="ctr">
            <a:normAutofit/>
          </a:bodyPr>
          <a:lstStyle>
            <a:lvl1pPr indent="0" algn="l" defTabSz="457200">
              <a:lnSpc>
                <a:spcPct val="100000"/>
              </a:lnSpc>
              <a:buNone/>
              <a:defRPr lang="en-US" sz="4400" b="0" u="none" strike="noStrike">
                <a:solidFill>
                  <a:schemeClr val="accent1"/>
                </a:solidFill>
                <a:effectLst/>
                <a:uFillTx/>
                <a:latin typeface="Trebuchet MS"/>
              </a:defRPr>
            </a:lvl1pPr>
          </a:lstStyle>
          <a:p>
            <a:pPr indent="0" algn="l" defTabSz="457200">
              <a:lnSpc>
                <a:spcPct val="100000"/>
              </a:lnSpc>
              <a:buNone/>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130" name="PlaceHolder 2"/>
          <p:cNvSpPr>
            <a:spLocks noGrp="1"/>
          </p:cNvSpPr>
          <p:nvPr>
            <p:ph type="body"/>
          </p:nvPr>
        </p:nvSpPr>
        <p:spPr>
          <a:xfrm>
            <a:off x="677160" y="4013280"/>
            <a:ext cx="8596440" cy="51372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accent1"/>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accent1"/>
                </a:solidFill>
                <a:effectLst/>
                <a:uFillTx/>
                <a:latin typeface="Trebuchet MS"/>
              </a:rPr>
              <a:t>Click to edit Master text styles</a:t>
            </a:r>
            <a:endParaRPr lang="en-US" sz="2400" b="0" u="none" strike="noStrike">
              <a:solidFill>
                <a:schemeClr val="dk1">
                  <a:lumMod val="50000"/>
                  <a:lumOff val="50000"/>
                </a:schemeClr>
              </a:solidFill>
              <a:effectLst/>
              <a:uFillTx/>
              <a:latin typeface="Trebuchet MS"/>
            </a:endParaRPr>
          </a:p>
        </p:txBody>
      </p:sp>
      <p:sp>
        <p:nvSpPr>
          <p:cNvPr id="131" name="PlaceHolder 3"/>
          <p:cNvSpPr>
            <a:spLocks noGrp="1"/>
          </p:cNvSpPr>
          <p:nvPr>
            <p:ph type="body"/>
          </p:nvPr>
        </p:nvSpPr>
        <p:spPr>
          <a:xfrm>
            <a:off x="677160" y="4527360"/>
            <a:ext cx="8596440" cy="151344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chemeClr val="dk1">
                  <a:lumMod val="50000"/>
                  <a:lumOff val="50000"/>
                </a:schemeClr>
              </a:solidFill>
              <a:effectLst/>
              <a:uFillTx/>
              <a:latin typeface="Trebuchet MS"/>
            </a:endParaRPr>
          </a:p>
        </p:txBody>
      </p:sp>
      <p:sp>
        <p:nvSpPr>
          <p:cNvPr id="132" name="PlaceHolder 4"/>
          <p:cNvSpPr>
            <a:spLocks noGrp="1"/>
          </p:cNvSpPr>
          <p:nvPr>
            <p:ph type="dt" idx="16"/>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33" name="PlaceHolder 5"/>
          <p:cNvSpPr>
            <a:spLocks noGrp="1"/>
          </p:cNvSpPr>
          <p:nvPr>
            <p:ph type="ftr" idx="17"/>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4" name="PlaceHolder 6"/>
          <p:cNvSpPr>
            <a:spLocks noGrp="1"/>
          </p:cNvSpPr>
          <p:nvPr>
            <p:ph type="sldNum" idx="18"/>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9BB89DC2-1B90-4D2B-B45F-99B15AEBD131}"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grpSp>
        <p:nvGrpSpPr>
          <p:cNvPr id="135" name="Group 43"/>
          <p:cNvGrpSpPr/>
          <p:nvPr/>
        </p:nvGrpSpPr>
        <p:grpSpPr>
          <a:xfrm>
            <a:off x="0" y="-8640"/>
            <a:ext cx="12191760" cy="6866640"/>
            <a:chOff x="0" y="-8640"/>
            <a:chExt cx="12191760" cy="6866640"/>
          </a:xfrm>
        </p:grpSpPr>
        <p:cxnSp>
          <p:nvCxnSpPr>
            <p:cNvPr id="136"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137"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138"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0"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3"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4"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5"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46"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867D63B6-A18E-403B-879D-94FC6BD8250C}"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147"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148"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4E9CBE8B-F9DC-4525-892D-793DC6BF319D}"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149"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Autofit/>
          </a:bodyPr>
          <a:lstStyle>
            <a:lvl1pPr indent="0" algn="l" defTabSz="457200">
              <a:lnSpc>
                <a:spcPct val="100000"/>
              </a:lnSpc>
              <a:buNone/>
              <a:defRPr lang="en-US" sz="3600" b="0" u="none" strike="noStrike">
                <a:solidFill>
                  <a:schemeClr val="accent1"/>
                </a:solidFill>
                <a:effectLst/>
                <a:uFillTx/>
                <a:latin typeface="Trebuchet MS"/>
              </a:defRPr>
            </a:lvl1pPr>
          </a:lstStyle>
          <a:p>
            <a:pPr indent="0" algn="l" defTabSz="457200">
              <a:lnSpc>
                <a:spcPct val="100000"/>
              </a:lnSpc>
              <a:buNone/>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150" name="PlaceHolder 2"/>
          <p:cNvSpPr>
            <a:spLocks noGrp="1"/>
          </p:cNvSpPr>
          <p:nvPr>
            <p:ph type="body"/>
          </p:nvPr>
        </p:nvSpPr>
        <p:spPr>
          <a:xfrm>
            <a:off x="677160" y="2160720"/>
            <a:ext cx="8596440" cy="388044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151" name="PlaceHolder 3"/>
          <p:cNvSpPr>
            <a:spLocks noGrp="1"/>
          </p:cNvSpPr>
          <p:nvPr>
            <p:ph type="dt" idx="19"/>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52" name="PlaceHolder 4"/>
          <p:cNvSpPr>
            <a:spLocks noGrp="1"/>
          </p:cNvSpPr>
          <p:nvPr>
            <p:ph type="ftr" idx="20"/>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3" name="PlaceHolder 5"/>
          <p:cNvSpPr>
            <a:spLocks noGrp="1"/>
          </p:cNvSpPr>
          <p:nvPr>
            <p:ph type="sldNum" idx="21"/>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03A201FA-98CA-4563-9595-115A02056845}"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grpSp>
        <p:nvGrpSpPr>
          <p:cNvPr id="154" name="Group 43"/>
          <p:cNvGrpSpPr/>
          <p:nvPr/>
        </p:nvGrpSpPr>
        <p:grpSpPr>
          <a:xfrm>
            <a:off x="0" y="-8640"/>
            <a:ext cx="12191760" cy="6866640"/>
            <a:chOff x="0" y="-8640"/>
            <a:chExt cx="12191760" cy="6866640"/>
          </a:xfrm>
        </p:grpSpPr>
        <p:cxnSp>
          <p:nvCxnSpPr>
            <p:cNvPr id="155"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156"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15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6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B5981E2F-61BE-48A5-9CB7-0840194E52B1}"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16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16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FD346B41-6BBF-495D-B941-23F9B44C04FD}"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168" name="PlaceHolder 1"/>
          <p:cNvSpPr>
            <a:spLocks noGrp="1"/>
          </p:cNvSpPr>
          <p:nvPr>
            <p:ph type="title"/>
          </p:nvPr>
        </p:nvSpPr>
        <p:spPr>
          <a:xfrm>
            <a:off x="7967520" y="609480"/>
            <a:ext cx="1304280" cy="5250960"/>
          </a:xfrm>
          <a:prstGeom prst="rect">
            <a:avLst/>
          </a:prstGeom>
          <a:noFill/>
          <a:ln w="0">
            <a:noFill/>
          </a:ln>
        </p:spPr>
        <p:txBody>
          <a:bodyPr lIns="91440" tIns="45720" rIns="91440" bIns="45720" anchor="ctr" vert="eaVert">
            <a:noAutofit/>
          </a:bodyPr>
          <a:lstStyle>
            <a:lvl1pPr indent="0" algn="l" defTabSz="457200">
              <a:lnSpc>
                <a:spcPct val="100000"/>
              </a:lnSpc>
              <a:buNone/>
              <a:defRPr lang="en-US" sz="3600" b="0" u="none" strike="noStrike">
                <a:solidFill>
                  <a:schemeClr val="accent1"/>
                </a:solidFill>
                <a:effectLst/>
                <a:uFillTx/>
                <a:latin typeface="Trebuchet MS"/>
              </a:defRPr>
            </a:lvl1pPr>
          </a:lstStyle>
          <a:p>
            <a:pPr indent="0" algn="l" defTabSz="457200">
              <a:lnSpc>
                <a:spcPct val="100000"/>
              </a:lnSpc>
              <a:buNone/>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169" name="PlaceHolder 2"/>
          <p:cNvSpPr>
            <a:spLocks noGrp="1"/>
          </p:cNvSpPr>
          <p:nvPr>
            <p:ph type="body"/>
          </p:nvPr>
        </p:nvSpPr>
        <p:spPr>
          <a:xfrm>
            <a:off x="677160" y="609480"/>
            <a:ext cx="7059960" cy="525096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a:t>
            </a:r>
            <a:r>
              <a:rPr lang="en-US" sz="1800" b="0" u="none" strike="noStrike">
                <a:solidFill>
                  <a:schemeClr val="dk1">
                    <a:lumMod val="75000"/>
                    <a:lumOff val="25000"/>
                  </a:schemeClr>
                </a:solidFill>
                <a:effectLst/>
                <a:uFillTx/>
                <a:latin typeface="Trebuchet MS"/>
              </a:rPr>
              <a:t>ic</a:t>
            </a:r>
            <a:r>
              <a:rPr lang="en-US" sz="1800" b="0" u="none" strike="noStrike">
                <a:solidFill>
                  <a:schemeClr val="dk1">
                    <a:lumMod val="75000"/>
                    <a:lumOff val="25000"/>
                  </a:schemeClr>
                </a:solidFill>
                <a:effectLst/>
                <a:uFillTx/>
                <a:latin typeface="Trebuchet MS"/>
              </a:rPr>
              <a:t>k </a:t>
            </a:r>
            <a:r>
              <a:rPr lang="en-US" sz="1800" b="0" u="none" strike="noStrike">
                <a:solidFill>
                  <a:schemeClr val="dk1">
                    <a:lumMod val="75000"/>
                    <a:lumOff val="25000"/>
                  </a:schemeClr>
                </a:solidFill>
                <a:effectLst/>
                <a:uFillTx/>
                <a:latin typeface="Trebuchet MS"/>
              </a:rPr>
              <a:t>to </a:t>
            </a:r>
            <a:r>
              <a:rPr lang="en-US" sz="1800" b="0" u="none" strike="noStrike">
                <a:solidFill>
                  <a:schemeClr val="dk1">
                    <a:lumMod val="75000"/>
                    <a:lumOff val="25000"/>
                  </a:schemeClr>
                </a:solidFill>
                <a:effectLst/>
                <a:uFillTx/>
                <a:latin typeface="Trebuchet MS"/>
              </a:rPr>
              <a:t>ed</a:t>
            </a:r>
            <a:r>
              <a:rPr lang="en-US" sz="1800" b="0" u="none" strike="noStrike">
                <a:solidFill>
                  <a:schemeClr val="dk1">
                    <a:lumMod val="75000"/>
                    <a:lumOff val="25000"/>
                  </a:schemeClr>
                </a:solidFill>
                <a:effectLst/>
                <a:uFillTx/>
                <a:latin typeface="Trebuchet MS"/>
              </a:rPr>
              <a:t>it </a:t>
            </a:r>
            <a:r>
              <a:rPr lang="en-US" sz="1800" b="0" u="none" strike="noStrike">
                <a:solidFill>
                  <a:schemeClr val="dk1">
                    <a:lumMod val="75000"/>
                    <a:lumOff val="25000"/>
                  </a:schemeClr>
                </a:solidFill>
                <a:effectLst/>
                <a:uFillTx/>
                <a:latin typeface="Trebuchet MS"/>
              </a:rPr>
              <a:t>M</a:t>
            </a:r>
            <a:r>
              <a:rPr lang="en-US" sz="1800" b="0" u="none" strike="noStrike">
                <a:solidFill>
                  <a:schemeClr val="dk1">
                    <a:lumMod val="75000"/>
                    <a:lumOff val="25000"/>
                  </a:schemeClr>
                </a:solidFill>
                <a:effectLst/>
                <a:uFillTx/>
                <a:latin typeface="Trebuchet MS"/>
              </a:rPr>
              <a:t>as</a:t>
            </a:r>
            <a:r>
              <a:rPr lang="en-US" sz="1800" b="0" u="none" strike="noStrike">
                <a:solidFill>
                  <a:schemeClr val="dk1">
                    <a:lumMod val="75000"/>
                    <a:lumOff val="25000"/>
                  </a:schemeClr>
                </a:solidFill>
                <a:effectLst/>
                <a:uFillTx/>
                <a:latin typeface="Trebuchet MS"/>
              </a:rPr>
              <a:t>te</a:t>
            </a:r>
            <a:r>
              <a:rPr lang="en-US" sz="1800" b="0" u="none" strike="noStrike">
                <a:solidFill>
                  <a:schemeClr val="dk1">
                    <a:lumMod val="75000"/>
                    <a:lumOff val="25000"/>
                  </a:schemeClr>
                </a:solidFill>
                <a:effectLst/>
                <a:uFillTx/>
                <a:latin typeface="Trebuchet MS"/>
              </a:rPr>
              <a:t>r </a:t>
            </a:r>
            <a:r>
              <a:rPr lang="en-US" sz="1800" b="0" u="none" strike="noStrike">
                <a:solidFill>
                  <a:schemeClr val="dk1">
                    <a:lumMod val="75000"/>
                    <a:lumOff val="25000"/>
                  </a:schemeClr>
                </a:solidFill>
                <a:effectLst/>
                <a:uFillTx/>
                <a:latin typeface="Trebuchet MS"/>
              </a:rPr>
              <a:t>te</a:t>
            </a:r>
            <a:r>
              <a:rPr lang="en-US" sz="1800" b="0" u="none" strike="noStrike">
                <a:solidFill>
                  <a:schemeClr val="dk1">
                    <a:lumMod val="75000"/>
                    <a:lumOff val="25000"/>
                  </a:schemeClr>
                </a:solidFill>
                <a:effectLst/>
                <a:uFillTx/>
                <a:latin typeface="Trebuchet MS"/>
              </a:rPr>
              <a:t>xt </a:t>
            </a:r>
            <a:r>
              <a:rPr lang="en-US" sz="1800" b="0" u="none" strike="noStrike">
                <a:solidFill>
                  <a:schemeClr val="dk1">
                    <a:lumMod val="75000"/>
                    <a:lumOff val="25000"/>
                  </a:schemeClr>
                </a:solidFill>
                <a:effectLst/>
                <a:uFillTx/>
                <a:latin typeface="Trebuchet MS"/>
              </a:rPr>
              <a:t>st</a:t>
            </a:r>
            <a:r>
              <a:rPr lang="en-US" sz="1800" b="0" u="none" strike="noStrike">
                <a:solidFill>
                  <a:schemeClr val="dk1">
                    <a:lumMod val="75000"/>
                    <a:lumOff val="25000"/>
                  </a:schemeClr>
                </a:solidFill>
                <a:effectLst/>
                <a:uFillTx/>
                <a:latin typeface="Trebuchet MS"/>
              </a:rPr>
              <a:t>yl</a:t>
            </a:r>
            <a:r>
              <a:rPr lang="en-US" sz="1800" b="0" u="none" strike="noStrike">
                <a:solidFill>
                  <a:schemeClr val="dk1">
                    <a:lumMod val="75000"/>
                    <a:lumOff val="25000"/>
                  </a:schemeClr>
                </a:solidFill>
                <a:effectLst/>
                <a:uFillTx/>
                <a:latin typeface="Trebuchet MS"/>
              </a:rPr>
              <a:t>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a:t>
            </a:r>
            <a:r>
              <a:rPr lang="en-US" sz="1600" b="0" u="none" strike="noStrike">
                <a:solidFill>
                  <a:schemeClr val="dk1">
                    <a:lumMod val="75000"/>
                    <a:lumOff val="25000"/>
                  </a:schemeClr>
                </a:solidFill>
                <a:effectLst/>
                <a:uFillTx/>
                <a:latin typeface="Trebuchet MS"/>
              </a:rPr>
              <a:t>e</a:t>
            </a:r>
            <a:r>
              <a:rPr lang="en-US" sz="1600" b="0" u="none" strike="noStrike">
                <a:solidFill>
                  <a:schemeClr val="dk1">
                    <a:lumMod val="75000"/>
                    <a:lumOff val="25000"/>
                  </a:schemeClr>
                </a:solidFill>
                <a:effectLst/>
                <a:uFillTx/>
                <a:latin typeface="Trebuchet MS"/>
              </a:rPr>
              <a:t>c</a:t>
            </a:r>
            <a:r>
              <a:rPr lang="en-US" sz="1600" b="0" u="none" strike="noStrike">
                <a:solidFill>
                  <a:schemeClr val="dk1">
                    <a:lumMod val="75000"/>
                    <a:lumOff val="25000"/>
                  </a:schemeClr>
                </a:solidFill>
                <a:effectLst/>
                <a:uFillTx/>
                <a:latin typeface="Trebuchet MS"/>
              </a:rPr>
              <a:t>o</a:t>
            </a:r>
            <a:r>
              <a:rPr lang="en-US" sz="1600" b="0" u="none" strike="noStrike">
                <a:solidFill>
                  <a:schemeClr val="dk1">
                    <a:lumMod val="75000"/>
                    <a:lumOff val="25000"/>
                  </a:schemeClr>
                </a:solidFill>
                <a:effectLst/>
                <a:uFillTx/>
                <a:latin typeface="Trebuchet MS"/>
              </a:rPr>
              <a:t>n</a:t>
            </a:r>
            <a:r>
              <a:rPr lang="en-US" sz="1600" b="0" u="none" strike="noStrike">
                <a:solidFill>
                  <a:schemeClr val="dk1">
                    <a:lumMod val="75000"/>
                    <a:lumOff val="25000"/>
                  </a:schemeClr>
                </a:solidFill>
                <a:effectLst/>
                <a:uFillTx/>
                <a:latin typeface="Trebuchet MS"/>
              </a:rPr>
              <a:t>d</a:t>
            </a:r>
            <a:r>
              <a:rPr lang="en-US" sz="1600" b="0" u="none" strike="noStrike">
                <a:solidFill>
                  <a:schemeClr val="dk1">
                    <a:lumMod val="75000"/>
                    <a:lumOff val="25000"/>
                  </a:schemeClr>
                </a:solidFill>
                <a:effectLst/>
                <a:uFillTx/>
                <a:latin typeface="Trebuchet MS"/>
              </a:rPr>
              <a:t> </a:t>
            </a:r>
            <a:r>
              <a:rPr lang="en-US" sz="1600" b="0" u="none" strike="noStrike">
                <a:solidFill>
                  <a:schemeClr val="dk1">
                    <a:lumMod val="75000"/>
                    <a:lumOff val="25000"/>
                  </a:schemeClr>
                </a:solidFill>
                <a:effectLst/>
                <a:uFillTx/>
                <a:latin typeface="Trebuchet MS"/>
              </a:rPr>
              <a:t>l</a:t>
            </a:r>
            <a:r>
              <a:rPr lang="en-US" sz="1600" b="0" u="none" strike="noStrike">
                <a:solidFill>
                  <a:schemeClr val="dk1">
                    <a:lumMod val="75000"/>
                    <a:lumOff val="25000"/>
                  </a:schemeClr>
                </a:solidFill>
                <a:effectLst/>
                <a:uFillTx/>
                <a:latin typeface="Trebuchet MS"/>
              </a:rPr>
              <a:t>e</a:t>
            </a:r>
            <a:r>
              <a:rPr lang="en-US" sz="1600" b="0" u="none" strike="noStrike">
                <a:solidFill>
                  <a:schemeClr val="dk1">
                    <a:lumMod val="75000"/>
                    <a:lumOff val="25000"/>
                  </a:schemeClr>
                </a:solidFill>
                <a:effectLst/>
                <a:uFillTx/>
                <a:latin typeface="Trebuchet MS"/>
              </a:rPr>
              <a:t>v</a:t>
            </a:r>
            <a:r>
              <a:rPr lang="en-US" sz="1600" b="0" u="none" strike="noStrike">
                <a:solidFill>
                  <a:schemeClr val="dk1">
                    <a:lumMod val="75000"/>
                    <a:lumOff val="25000"/>
                  </a:schemeClr>
                </a:solidFill>
                <a:effectLst/>
                <a:uFillTx/>
                <a:latin typeface="Trebuchet MS"/>
              </a:rPr>
              <a:t>e</a:t>
            </a:r>
            <a:r>
              <a:rPr lang="en-US" sz="1600" b="0" u="none" strike="noStrike">
                <a:solidFill>
                  <a:schemeClr val="dk1">
                    <a:lumMod val="75000"/>
                    <a:lumOff val="25000"/>
                  </a:schemeClr>
                </a:solidFill>
                <a:effectLst/>
                <a:uFillTx/>
                <a:latin typeface="Trebuchet MS"/>
              </a:rPr>
              <a:t>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a:t>
            </a:r>
            <a:r>
              <a:rPr lang="en-US" sz="1400" b="0" u="none" strike="noStrike">
                <a:solidFill>
                  <a:schemeClr val="dk1">
                    <a:lumMod val="75000"/>
                    <a:lumOff val="25000"/>
                  </a:schemeClr>
                </a:solidFill>
                <a:effectLst/>
                <a:uFillTx/>
                <a:latin typeface="Trebuchet MS"/>
              </a:rPr>
              <a:t>h</a:t>
            </a:r>
            <a:r>
              <a:rPr lang="en-US" sz="1400" b="0" u="none" strike="noStrike">
                <a:solidFill>
                  <a:schemeClr val="dk1">
                    <a:lumMod val="75000"/>
                    <a:lumOff val="25000"/>
                  </a:schemeClr>
                </a:solidFill>
                <a:effectLst/>
                <a:uFillTx/>
                <a:latin typeface="Trebuchet MS"/>
              </a:rPr>
              <a:t>i</a:t>
            </a:r>
            <a:r>
              <a:rPr lang="en-US" sz="1400" b="0" u="none" strike="noStrike">
                <a:solidFill>
                  <a:schemeClr val="dk1">
                    <a:lumMod val="75000"/>
                    <a:lumOff val="25000"/>
                  </a:schemeClr>
                </a:solidFill>
                <a:effectLst/>
                <a:uFillTx/>
                <a:latin typeface="Trebuchet MS"/>
              </a:rPr>
              <a:t>r</a:t>
            </a:r>
            <a:r>
              <a:rPr lang="en-US" sz="1400" b="0" u="none" strike="noStrike">
                <a:solidFill>
                  <a:schemeClr val="dk1">
                    <a:lumMod val="75000"/>
                    <a:lumOff val="25000"/>
                  </a:schemeClr>
                </a:solidFill>
                <a:effectLst/>
                <a:uFillTx/>
                <a:latin typeface="Trebuchet MS"/>
              </a:rPr>
              <a:t>d</a:t>
            </a:r>
            <a:r>
              <a:rPr lang="en-US" sz="1400" b="0" u="none" strike="noStrike">
                <a:solidFill>
                  <a:schemeClr val="dk1">
                    <a:lumMod val="75000"/>
                    <a:lumOff val="25000"/>
                  </a:schemeClr>
                </a:solidFill>
                <a:effectLst/>
                <a:uFillTx/>
                <a:latin typeface="Trebuchet MS"/>
              </a:rPr>
              <a:t> </a:t>
            </a:r>
            <a:r>
              <a:rPr lang="en-US" sz="1400" b="0" u="none" strike="noStrike">
                <a:solidFill>
                  <a:schemeClr val="dk1">
                    <a:lumMod val="75000"/>
                    <a:lumOff val="25000"/>
                  </a:schemeClr>
                </a:solidFill>
                <a:effectLst/>
                <a:uFillTx/>
                <a:latin typeface="Trebuchet MS"/>
              </a:rPr>
              <a:t>l</a:t>
            </a:r>
            <a:r>
              <a:rPr lang="en-US" sz="1400" b="0" u="none" strike="noStrike">
                <a:solidFill>
                  <a:schemeClr val="dk1">
                    <a:lumMod val="75000"/>
                    <a:lumOff val="25000"/>
                  </a:schemeClr>
                </a:solidFill>
                <a:effectLst/>
                <a:uFillTx/>
                <a:latin typeface="Trebuchet MS"/>
              </a:rPr>
              <a:t>e</a:t>
            </a:r>
            <a:r>
              <a:rPr lang="en-US" sz="1400" b="0" u="none" strike="noStrike">
                <a:solidFill>
                  <a:schemeClr val="dk1">
                    <a:lumMod val="75000"/>
                    <a:lumOff val="25000"/>
                  </a:schemeClr>
                </a:solidFill>
                <a:effectLst/>
                <a:uFillTx/>
                <a:latin typeface="Trebuchet MS"/>
              </a:rPr>
              <a:t>v</a:t>
            </a:r>
            <a:r>
              <a:rPr lang="en-US" sz="1400" b="0" u="none" strike="noStrike">
                <a:solidFill>
                  <a:schemeClr val="dk1">
                    <a:lumMod val="75000"/>
                    <a:lumOff val="25000"/>
                  </a:schemeClr>
                </a:solidFill>
                <a:effectLst/>
                <a:uFillTx/>
                <a:latin typeface="Trebuchet MS"/>
              </a:rPr>
              <a:t>e</a:t>
            </a:r>
            <a:r>
              <a:rPr lang="en-US" sz="1400" b="0" u="none" strike="noStrike">
                <a:solidFill>
                  <a:schemeClr val="dk1">
                    <a:lumMod val="75000"/>
                    <a:lumOff val="25000"/>
                  </a:schemeClr>
                </a:solidFill>
                <a:effectLst/>
                <a:uFillTx/>
                <a:latin typeface="Trebuchet MS"/>
              </a:rPr>
              <a:t>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a:t>
            </a:r>
            <a:r>
              <a:rPr lang="en-US" sz="1200" b="0" u="none" strike="noStrike">
                <a:solidFill>
                  <a:schemeClr val="dk1">
                    <a:lumMod val="75000"/>
                    <a:lumOff val="25000"/>
                  </a:schemeClr>
                </a:solidFill>
                <a:effectLst/>
                <a:uFillTx/>
                <a:latin typeface="Trebuchet MS"/>
              </a:rPr>
              <a:t>o</a:t>
            </a:r>
            <a:r>
              <a:rPr lang="en-US" sz="1200" b="0" u="none" strike="noStrike">
                <a:solidFill>
                  <a:schemeClr val="dk1">
                    <a:lumMod val="75000"/>
                    <a:lumOff val="25000"/>
                  </a:schemeClr>
                </a:solidFill>
                <a:effectLst/>
                <a:uFillTx/>
                <a:latin typeface="Trebuchet MS"/>
              </a:rPr>
              <a:t>u</a:t>
            </a:r>
            <a:r>
              <a:rPr lang="en-US" sz="1200" b="0" u="none" strike="noStrike">
                <a:solidFill>
                  <a:schemeClr val="dk1">
                    <a:lumMod val="75000"/>
                    <a:lumOff val="25000"/>
                  </a:schemeClr>
                </a:solidFill>
                <a:effectLst/>
                <a:uFillTx/>
                <a:latin typeface="Trebuchet MS"/>
              </a:rPr>
              <a:t>r</a:t>
            </a:r>
            <a:r>
              <a:rPr lang="en-US" sz="1200" b="0" u="none" strike="noStrike">
                <a:solidFill>
                  <a:schemeClr val="dk1">
                    <a:lumMod val="75000"/>
                    <a:lumOff val="25000"/>
                  </a:schemeClr>
                </a:solidFill>
                <a:effectLst/>
                <a:uFillTx/>
                <a:latin typeface="Trebuchet MS"/>
              </a:rPr>
              <a:t>t</a:t>
            </a:r>
            <a:r>
              <a:rPr lang="en-US" sz="1200" b="0" u="none" strike="noStrike">
                <a:solidFill>
                  <a:schemeClr val="dk1">
                    <a:lumMod val="75000"/>
                    <a:lumOff val="25000"/>
                  </a:schemeClr>
                </a:solidFill>
                <a:effectLst/>
                <a:uFillTx/>
                <a:latin typeface="Trebuchet MS"/>
              </a:rPr>
              <a:t>h</a:t>
            </a:r>
            <a:r>
              <a:rPr lang="en-US" sz="1200" b="0" u="none" strike="noStrike">
                <a:solidFill>
                  <a:schemeClr val="dk1">
                    <a:lumMod val="75000"/>
                    <a:lumOff val="25000"/>
                  </a:schemeClr>
                </a:solidFill>
                <a:effectLst/>
                <a:uFillTx/>
                <a:latin typeface="Trebuchet MS"/>
              </a:rPr>
              <a:t> </a:t>
            </a:r>
            <a:r>
              <a:rPr lang="en-US" sz="1200" b="0" u="none" strike="noStrike">
                <a:solidFill>
                  <a:schemeClr val="dk1">
                    <a:lumMod val="75000"/>
                    <a:lumOff val="25000"/>
                  </a:schemeClr>
                </a:solidFill>
                <a:effectLst/>
                <a:uFillTx/>
                <a:latin typeface="Trebuchet MS"/>
              </a:rPr>
              <a:t>l</a:t>
            </a:r>
            <a:r>
              <a:rPr lang="en-US" sz="1200" b="0" u="none" strike="noStrike">
                <a:solidFill>
                  <a:schemeClr val="dk1">
                    <a:lumMod val="75000"/>
                    <a:lumOff val="25000"/>
                  </a:schemeClr>
                </a:solidFill>
                <a:effectLst/>
                <a:uFillTx/>
                <a:latin typeface="Trebuchet MS"/>
              </a:rPr>
              <a:t>e</a:t>
            </a:r>
            <a:r>
              <a:rPr lang="en-US" sz="1200" b="0" u="none" strike="noStrike">
                <a:solidFill>
                  <a:schemeClr val="dk1">
                    <a:lumMod val="75000"/>
                    <a:lumOff val="25000"/>
                  </a:schemeClr>
                </a:solidFill>
                <a:effectLst/>
                <a:uFillTx/>
                <a:latin typeface="Trebuchet MS"/>
              </a:rPr>
              <a:t>v</a:t>
            </a:r>
            <a:r>
              <a:rPr lang="en-US" sz="1200" b="0" u="none" strike="noStrike">
                <a:solidFill>
                  <a:schemeClr val="dk1">
                    <a:lumMod val="75000"/>
                    <a:lumOff val="25000"/>
                  </a:schemeClr>
                </a:solidFill>
                <a:effectLst/>
                <a:uFillTx/>
                <a:latin typeface="Trebuchet MS"/>
              </a:rPr>
              <a:t>e</a:t>
            </a:r>
            <a:r>
              <a:rPr lang="en-US" sz="1200" b="0" u="none" strike="noStrike">
                <a:solidFill>
                  <a:schemeClr val="dk1">
                    <a:lumMod val="75000"/>
                    <a:lumOff val="25000"/>
                  </a:schemeClr>
                </a:solidFill>
                <a:effectLst/>
                <a:uFillTx/>
                <a:latin typeface="Trebuchet MS"/>
              </a:rPr>
              <a:t>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a:t>
            </a:r>
            <a:r>
              <a:rPr lang="en-US" sz="1200" b="0" u="none" strike="noStrike">
                <a:solidFill>
                  <a:schemeClr val="dk1">
                    <a:lumMod val="75000"/>
                    <a:lumOff val="25000"/>
                  </a:schemeClr>
                </a:solidFill>
                <a:effectLst/>
                <a:uFillTx/>
                <a:latin typeface="Trebuchet MS"/>
              </a:rPr>
              <a:t>i</a:t>
            </a:r>
            <a:r>
              <a:rPr lang="en-US" sz="1200" b="0" u="none" strike="noStrike">
                <a:solidFill>
                  <a:schemeClr val="dk1">
                    <a:lumMod val="75000"/>
                    <a:lumOff val="25000"/>
                  </a:schemeClr>
                </a:solidFill>
                <a:effectLst/>
                <a:uFillTx/>
                <a:latin typeface="Trebuchet MS"/>
              </a:rPr>
              <a:t>f</a:t>
            </a:r>
            <a:r>
              <a:rPr lang="en-US" sz="1200" b="0" u="none" strike="noStrike">
                <a:solidFill>
                  <a:schemeClr val="dk1">
                    <a:lumMod val="75000"/>
                    <a:lumOff val="25000"/>
                  </a:schemeClr>
                </a:solidFill>
                <a:effectLst/>
                <a:uFillTx/>
                <a:latin typeface="Trebuchet MS"/>
              </a:rPr>
              <a:t>t</a:t>
            </a:r>
            <a:r>
              <a:rPr lang="en-US" sz="1200" b="0" u="none" strike="noStrike">
                <a:solidFill>
                  <a:schemeClr val="dk1">
                    <a:lumMod val="75000"/>
                    <a:lumOff val="25000"/>
                  </a:schemeClr>
                </a:solidFill>
                <a:effectLst/>
                <a:uFillTx/>
                <a:latin typeface="Trebuchet MS"/>
              </a:rPr>
              <a:t>h</a:t>
            </a:r>
            <a:r>
              <a:rPr lang="en-US" sz="1200" b="0" u="none" strike="noStrike">
                <a:solidFill>
                  <a:schemeClr val="dk1">
                    <a:lumMod val="75000"/>
                    <a:lumOff val="25000"/>
                  </a:schemeClr>
                </a:solidFill>
                <a:effectLst/>
                <a:uFillTx/>
                <a:latin typeface="Trebuchet MS"/>
              </a:rPr>
              <a:t> </a:t>
            </a:r>
            <a:r>
              <a:rPr lang="en-US" sz="1200" b="0" u="none" strike="noStrike">
                <a:solidFill>
                  <a:schemeClr val="dk1">
                    <a:lumMod val="75000"/>
                    <a:lumOff val="25000"/>
                  </a:schemeClr>
                </a:solidFill>
                <a:effectLst/>
                <a:uFillTx/>
                <a:latin typeface="Trebuchet MS"/>
              </a:rPr>
              <a:t>l</a:t>
            </a:r>
            <a:r>
              <a:rPr lang="en-US" sz="1200" b="0" u="none" strike="noStrike">
                <a:solidFill>
                  <a:schemeClr val="dk1">
                    <a:lumMod val="75000"/>
                    <a:lumOff val="25000"/>
                  </a:schemeClr>
                </a:solidFill>
                <a:effectLst/>
                <a:uFillTx/>
                <a:latin typeface="Trebuchet MS"/>
              </a:rPr>
              <a:t>e</a:t>
            </a:r>
            <a:r>
              <a:rPr lang="en-US" sz="1200" b="0" u="none" strike="noStrike">
                <a:solidFill>
                  <a:schemeClr val="dk1">
                    <a:lumMod val="75000"/>
                    <a:lumOff val="25000"/>
                  </a:schemeClr>
                </a:solidFill>
                <a:effectLst/>
                <a:uFillTx/>
                <a:latin typeface="Trebuchet MS"/>
              </a:rPr>
              <a:t>v</a:t>
            </a:r>
            <a:r>
              <a:rPr lang="en-US" sz="1200" b="0" u="none" strike="noStrike">
                <a:solidFill>
                  <a:schemeClr val="dk1">
                    <a:lumMod val="75000"/>
                    <a:lumOff val="25000"/>
                  </a:schemeClr>
                </a:solidFill>
                <a:effectLst/>
                <a:uFillTx/>
                <a:latin typeface="Trebuchet MS"/>
              </a:rPr>
              <a:t>e</a:t>
            </a:r>
            <a:r>
              <a:rPr lang="en-US" sz="1200" b="0" u="none" strike="noStrike">
                <a:solidFill>
                  <a:schemeClr val="dk1">
                    <a:lumMod val="75000"/>
                    <a:lumOff val="25000"/>
                  </a:schemeClr>
                </a:solidFill>
                <a:effectLst/>
                <a:uFillTx/>
                <a:latin typeface="Trebuchet MS"/>
              </a:rPr>
              <a:t>l</a:t>
            </a:r>
            <a:endParaRPr lang="en-US" sz="1200" b="0" u="none" strike="noStrike">
              <a:solidFill>
                <a:schemeClr val="dk1">
                  <a:lumMod val="75000"/>
                  <a:lumOff val="25000"/>
                </a:schemeClr>
              </a:solidFill>
              <a:effectLst/>
              <a:uFillTx/>
              <a:latin typeface="Trebuchet MS"/>
            </a:endParaRPr>
          </a:p>
        </p:txBody>
      </p:sp>
      <p:sp>
        <p:nvSpPr>
          <p:cNvPr id="170" name="PlaceHolder 3"/>
          <p:cNvSpPr>
            <a:spLocks noGrp="1"/>
          </p:cNvSpPr>
          <p:nvPr>
            <p:ph type="dt" idx="22"/>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71" name="PlaceHolder 4"/>
          <p:cNvSpPr>
            <a:spLocks noGrp="1"/>
          </p:cNvSpPr>
          <p:nvPr>
            <p:ph type="ftr" idx="23"/>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2" name="PlaceHolder 5"/>
          <p:cNvSpPr>
            <a:spLocks noGrp="1"/>
          </p:cNvSpPr>
          <p:nvPr>
            <p:ph type="sldNum" idx="24"/>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F31BD7D8-35B2-4EBA-AD30-9FC2886D72B1}"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grpSp>
        <p:nvGrpSpPr>
          <p:cNvPr id="234" name="Group 43"/>
          <p:cNvGrpSpPr/>
          <p:nvPr/>
        </p:nvGrpSpPr>
        <p:grpSpPr>
          <a:xfrm>
            <a:off x="0" y="-8640"/>
            <a:ext cx="12191760" cy="6866640"/>
            <a:chOff x="0" y="-8640"/>
            <a:chExt cx="12191760" cy="6866640"/>
          </a:xfrm>
        </p:grpSpPr>
        <p:cxnSp>
          <p:nvCxnSpPr>
            <p:cNvPr id="235"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236"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23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4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EF59516E-342A-4B7B-9512-8756317A24D0}"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24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24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3457971F-382D-4C77-B3FE-750340590B3D}"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248"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Autofit/>
          </a:bodyPr>
          <a:lstStyle>
            <a:lvl1pPr indent="0" algn="l" defTabSz="457200">
              <a:lnSpc>
                <a:spcPct val="100000"/>
              </a:lnSpc>
              <a:buNone/>
              <a:defRPr lang="en-US" sz="3600" b="0" u="none" strike="noStrike">
                <a:solidFill>
                  <a:schemeClr val="accent1"/>
                </a:solidFill>
                <a:effectLst/>
                <a:uFillTx/>
                <a:latin typeface="Trebuchet MS"/>
              </a:defRPr>
            </a:lvl1pPr>
          </a:lstStyle>
          <a:p>
            <a:pPr indent="0" algn="l" defTabSz="457200">
              <a:lnSpc>
                <a:spcPct val="100000"/>
              </a:lnSpc>
              <a:buNone/>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249" name="PlaceHolder 2"/>
          <p:cNvSpPr>
            <a:spLocks noGrp="1"/>
          </p:cNvSpPr>
          <p:nvPr>
            <p:ph type="body"/>
          </p:nvPr>
        </p:nvSpPr>
        <p:spPr>
          <a:xfrm>
            <a:off x="677160" y="2160720"/>
            <a:ext cx="8596440" cy="388044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250" name="PlaceHolder 3"/>
          <p:cNvSpPr>
            <a:spLocks noGrp="1"/>
          </p:cNvSpPr>
          <p:nvPr>
            <p:ph type="dt" idx="25"/>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51" name="PlaceHolder 4"/>
          <p:cNvSpPr>
            <a:spLocks noGrp="1"/>
          </p:cNvSpPr>
          <p:nvPr>
            <p:ph type="ftr" idx="26"/>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2" name="PlaceHolder 5"/>
          <p:cNvSpPr>
            <a:spLocks noGrp="1"/>
          </p:cNvSpPr>
          <p:nvPr>
            <p:ph type="sldNum" idx="27"/>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C9B5C1B9-1729-47D7-9778-933AA58871B6}"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ustom Layout">
    <p:bg>
      <p:bgPr>
        <a:solidFill>
          <a:srgbClr val="000000"/>
        </a:solidFill>
      </p:bgPr>
    </p:bg>
    <p:spTree>
      <p:nvGrpSpPr>
        <p:cNvPr id="1" name=""/>
        <p:cNvGrpSpPr/>
        <p:nvPr/>
      </p:nvGrpSpPr>
      <p:grpSpPr>
        <a:xfrm>
          <a:off x="0" y="0"/>
          <a:ext cx="0" cy="0"/>
          <a:chOff x="0" y="0"/>
          <a:chExt cx="0" cy="0"/>
        </a:xfrm>
      </p:grpSpPr>
      <p:grpSp>
        <p:nvGrpSpPr>
          <p:cNvPr id="305" name="Group 43"/>
          <p:cNvGrpSpPr/>
          <p:nvPr/>
        </p:nvGrpSpPr>
        <p:grpSpPr>
          <a:xfrm>
            <a:off x="0" y="-8640"/>
            <a:ext cx="12191760" cy="6866640"/>
            <a:chOff x="0" y="-8640"/>
            <a:chExt cx="12191760" cy="6866640"/>
          </a:xfrm>
        </p:grpSpPr>
        <p:cxnSp>
          <p:nvCxnSpPr>
            <p:cNvPr id="306"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307"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308"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9"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0"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1"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2"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3"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4"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5"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316" name="Date Placeholder 3" hidden="1"/>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A6F58AB5-D8DE-440B-88D1-1BD79BBC1DB2}" type="datetime1">
              <a:rPr lang="en-US" sz="1100" b="0" u="none" strike="noStrike">
                <a:solidFill>
                  <a:schemeClr val="accent2"/>
                </a:solidFill>
                <a:effectLst/>
                <a:uFillTx/>
                <a:latin typeface="Trebuchet MS"/>
              </a:rPr>
              <a:t>09/16/2026</a:t>
            </a:fld>
            <a:endParaRPr lang="en-US" sz="1100" b="0" u="none" strike="noStrike">
              <a:solidFill>
                <a:srgbClr val="FFFFFF"/>
              </a:solidFill>
              <a:effectLst/>
              <a:uFillTx/>
              <a:latin typeface="Arial"/>
            </a:endParaRPr>
          </a:p>
        </p:txBody>
      </p:sp>
      <p:sp>
        <p:nvSpPr>
          <p:cNvPr id="317" name="Footer Placeholder 4" hidden="1"/>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FFFFFF"/>
              </a:solidFill>
              <a:effectLst/>
              <a:uFillTx/>
              <a:latin typeface="Arial"/>
            </a:endParaRPr>
          </a:p>
        </p:txBody>
      </p:sp>
      <p:sp>
        <p:nvSpPr>
          <p:cNvPr id="318" name="Slide Number Placeholder 5" hidden="1"/>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379F054E-7C30-4CDF-A8B7-A91C11CD45A3}" type="slidenum">
              <a:rPr lang="en-US" sz="1100" b="0" u="none" strike="noStrike">
                <a:solidFill>
                  <a:schemeClr val="accent4"/>
                </a:solidFill>
                <a:effectLst/>
                <a:uFillTx/>
                <a:latin typeface="Trebuchet MS"/>
              </a:rPr>
              <a:t>&lt;number&gt;</a:t>
            </a:fld>
            <a:endParaRPr lang="en-US" sz="1100" b="0" u="none" strike="noStrike">
              <a:solidFill>
                <a:srgbClr val="FFFFFF"/>
              </a:solidFill>
              <a:effectLst/>
              <a:uFillTx/>
              <a:latin typeface="Arial"/>
            </a:endParaRPr>
          </a:p>
        </p:txBody>
      </p:sp>
      <p:sp>
        <p:nvSpPr>
          <p:cNvPr id="319" name="PlaceHolder 1"/>
          <p:cNvSpPr>
            <a:spLocks noGrp="1"/>
          </p:cNvSpPr>
          <p:nvPr>
            <p:ph type="body"/>
          </p:nvPr>
        </p:nvSpPr>
        <p:spPr>
          <a:xfrm>
            <a:off x="0" y="0"/>
            <a:ext cx="12191760" cy="6857640"/>
          </a:xfrm>
          <a:prstGeom prst="rect">
            <a:avLst/>
          </a:prstGeom>
          <a:noFill/>
          <a:ln w="0">
            <a:noFill/>
          </a:ln>
        </p:spPr>
        <p:txBody>
          <a:bodyPr lIns="90000" tIns="45000" rIns="90000" bIns="45000" anchor="t">
            <a:noAutofit/>
          </a:bodyPr>
          <a:lstStyle>
            <a:lvl1pPr indent="0" algn="l" defTabSz="457200">
              <a:lnSpc>
                <a:spcPct val="100000"/>
              </a:lnSpc>
              <a:buNone/>
              <a:defRPr lang="en-US" sz="1800" b="0" u="none" strike="noStrike">
                <a:solidFill>
                  <a:schemeClr val="dk1"/>
                </a:solidFill>
                <a:effectLst/>
                <a:uFillTx/>
                <a:latin typeface="Trebuchet MS"/>
              </a:defRPr>
            </a:lvl1pPr>
          </a:lstStyle>
          <a:p>
            <a:pPr indent="0" algn="l" defTabSz="457200">
              <a:lnSpc>
                <a:spcPct val="100000"/>
              </a:lnSpc>
              <a:buNone/>
            </a:pPr>
            <a:r>
              <a:rPr lang="en-US" sz="1800" b="0" u="none" strike="noStrike">
                <a:solidFill>
                  <a:schemeClr val="dk1"/>
                </a:solidFill>
                <a:effectLst/>
                <a:uFillTx/>
                <a:latin typeface="Trebuchet MS"/>
              </a:rPr>
              <a:t>Click icon to add picture</a:t>
            </a:r>
            <a:endParaRPr lang="en-US" sz="1800" b="1" u="none" strike="noStrike">
              <a:solidFill>
                <a:schemeClr val="accent4"/>
              </a:solidFill>
              <a:effectLst/>
              <a:uFillTx/>
              <a:latin typeface="Calibri"/>
            </a:endParaRPr>
          </a:p>
        </p:txBody>
      </p:sp>
      <p:sp>
        <p:nvSpPr>
          <p:cNvPr id="320" name="Rectangle 1" descr="Tall office building looking up"/>
          <p:cNvSpPr/>
          <p:nvPr/>
        </p:nvSpPr>
        <p:spPr>
          <a:xfrm>
            <a:off x="3718440" y="1181160"/>
            <a:ext cx="4754520" cy="4495320"/>
          </a:xfrm>
          <a:prstGeom prst="rect">
            <a:avLst/>
          </a:prstGeom>
          <a:solidFill>
            <a:schemeClr val="accent5">
              <a:alpha val="40000"/>
            </a:schemeClr>
          </a:solidFill>
          <a:ln cap="rnd" w="60325">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321" name="PlaceHolder 2"/>
          <p:cNvSpPr>
            <a:spLocks noGrp="1"/>
          </p:cNvSpPr>
          <p:nvPr>
            <p:ph type="body" hasCustomPrompt="1"/>
          </p:nvPr>
        </p:nvSpPr>
        <p:spPr>
          <a:xfrm>
            <a:off x="4149000" y="4859640"/>
            <a:ext cx="3924720" cy="490320"/>
          </a:xfrm>
          <a:prstGeom prst="rect">
            <a:avLst/>
          </a:prstGeom>
          <a:noFill/>
          <a:ln w="0">
            <a:noFill/>
          </a:ln>
        </p:spPr>
        <p:txBody>
          <a:bodyPr lIns="91440" tIns="45720" rIns="91440" bIns="45720" anchor="t">
            <a:noAutofit/>
          </a:bodyPr>
          <a:lstStyle>
            <a:lvl1pPr marL="343080" indent="-343080" algn="r" defTabSz="457200">
              <a:lnSpc>
                <a:spcPct val="100000"/>
              </a:lnSpc>
              <a:spcBef>
                <a:spcPts val="1001"/>
              </a:spcBef>
              <a:buNone/>
              <a:tabLst>
                <a:tab pos="0" algn="l"/>
              </a:tabLst>
              <a:defRPr lang="en-US" sz="2400" b="1" u="none" strike="noStrike">
                <a:solidFill>
                  <a:schemeClr val="accent4"/>
                </a:solidFill>
                <a:effectLst/>
                <a:uFillTx/>
                <a:latin typeface="Calibri"/>
              </a:defRPr>
            </a:lvl1pPr>
          </a:lstStyle>
          <a:p>
            <a:pPr marL="343080" indent="-343080" algn="r" defTabSz="457200">
              <a:lnSpc>
                <a:spcPct val="100000"/>
              </a:lnSpc>
              <a:spcBef>
                <a:spcPts val="1001"/>
              </a:spcBef>
              <a:buNone/>
              <a:tabLst>
                <a:tab pos="0" algn="l"/>
              </a:tabLst>
            </a:pPr>
            <a:r>
              <a:rPr lang="en-US" sz="2400" b="1" u="none" strike="noStrike">
                <a:solidFill>
                  <a:schemeClr val="accent4"/>
                </a:solidFill>
                <a:effectLst/>
                <a:uFillTx/>
                <a:latin typeface="Calibri"/>
              </a:rPr>
              <a:t>Click to edit text</a:t>
            </a:r>
            <a:endParaRPr lang="en-US" sz="2400" b="1" u="none" strike="noStrike">
              <a:solidFill>
                <a:schemeClr val="accent4"/>
              </a:solidFill>
              <a:effectLst/>
              <a:uFillTx/>
              <a:latin typeface="Calibri"/>
            </a:endParaRPr>
          </a:p>
        </p:txBody>
      </p:sp>
      <p:sp>
        <p:nvSpPr>
          <p:cNvPr id="322" name="PlaceHolder 3"/>
          <p:cNvSpPr>
            <a:spLocks noGrp="1"/>
          </p:cNvSpPr>
          <p:nvPr>
            <p:ph type="title"/>
          </p:nvPr>
        </p:nvSpPr>
        <p:spPr>
          <a:xfrm>
            <a:off x="4149000" y="1529640"/>
            <a:ext cx="3924720" cy="169524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defRPr lang="en-US" sz="4800" b="1" u="none" strike="noStrike">
                <a:solidFill>
                  <a:schemeClr val="lt1"/>
                </a:solidFill>
                <a:effectLst/>
                <a:uFillTx/>
                <a:latin typeface="Trebuchet MS"/>
              </a:defRPr>
            </a:lvl1pPr>
          </a:lstStyle>
          <a:p>
            <a:pPr indent="0" algn="l" defTabSz="457200">
              <a:lnSpc>
                <a:spcPct val="100000"/>
              </a:lnSpc>
              <a:spcBef>
                <a:spcPts val="1001"/>
              </a:spcBef>
              <a:buNone/>
            </a:pPr>
            <a:r>
              <a:rPr lang="en-US" sz="4800" b="1" u="none" strike="noStrike">
                <a:solidFill>
                  <a:schemeClr val="lt1"/>
                </a:solidFill>
                <a:effectLst/>
                <a:uFillTx/>
                <a:latin typeface="Trebuchet MS"/>
              </a:rPr>
              <a:t>Click to edit Master title style</a:t>
            </a:r>
            <a:endParaRPr lang="en-US" sz="4800" b="1" u="none" strike="noStrike">
              <a:solidFill>
                <a:schemeClr val="lt1"/>
              </a:solidFill>
              <a:effectLst/>
              <a:uFillTx/>
              <a:latin typeface="Trebuchet MS"/>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grpSp>
        <p:nvGrpSpPr>
          <p:cNvPr id="323" name="Group 43"/>
          <p:cNvGrpSpPr/>
          <p:nvPr/>
        </p:nvGrpSpPr>
        <p:grpSpPr>
          <a:xfrm>
            <a:off x="0" y="-8640"/>
            <a:ext cx="12191760" cy="6866640"/>
            <a:chOff x="0" y="-8640"/>
            <a:chExt cx="12191760" cy="6866640"/>
          </a:xfrm>
        </p:grpSpPr>
        <p:cxnSp>
          <p:nvCxnSpPr>
            <p:cNvPr id="324"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325"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32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33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BA9F90FC-3D6E-483B-88CB-B031A6AF3D9E}"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33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33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18CD70E3-F1A1-4F56-80ED-788ADA7F2847}"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337" name="PlaceHolder 1"/>
          <p:cNvSpPr>
            <a:spLocks noGrp="1"/>
          </p:cNvSpPr>
          <p:nvPr>
            <p:ph type="title"/>
          </p:nvPr>
        </p:nvSpPr>
        <p:spPr>
          <a:xfrm>
            <a:off x="677160" y="2700720"/>
            <a:ext cx="8596440" cy="1826280"/>
          </a:xfrm>
          <a:prstGeom prst="rect">
            <a:avLst/>
          </a:prstGeom>
          <a:noFill/>
          <a:ln w="0">
            <a:noFill/>
          </a:ln>
        </p:spPr>
        <p:txBody>
          <a:bodyPr lIns="91440" tIns="45720" rIns="91440" bIns="45720" anchor="b">
            <a:noAutofit/>
          </a:bodyPr>
          <a:lstStyle>
            <a:lvl1pPr indent="0" algn="l" defTabSz="457200">
              <a:lnSpc>
                <a:spcPct val="100000"/>
              </a:lnSpc>
              <a:buNone/>
              <a:defRPr lang="en-US" sz="4000" b="0" u="none" strike="noStrike">
                <a:solidFill>
                  <a:schemeClr val="accent1"/>
                </a:solidFill>
                <a:effectLst/>
                <a:uFillTx/>
                <a:latin typeface="Trebuchet MS"/>
              </a:defRPr>
            </a:lvl1pPr>
          </a:lstStyle>
          <a:p>
            <a:pPr indent="0" algn="l" defTabSz="457200">
              <a:lnSpc>
                <a:spcPct val="100000"/>
              </a:lnSpc>
              <a:buNone/>
            </a:pPr>
            <a:r>
              <a:rPr lang="en-US" sz="4000" b="0" u="none" strike="noStrike">
                <a:solidFill>
                  <a:schemeClr val="accent1"/>
                </a:solidFill>
                <a:effectLst/>
                <a:uFillTx/>
                <a:latin typeface="Trebuchet MS"/>
              </a:rPr>
              <a:t>Click to edit Master title style</a:t>
            </a:r>
            <a:endParaRPr lang="en-US" sz="4000" b="0" u="none" strike="noStrike">
              <a:solidFill>
                <a:schemeClr val="accent1"/>
              </a:solidFill>
              <a:effectLst/>
              <a:uFillTx/>
              <a:latin typeface="Trebuchet MS"/>
            </a:endParaRPr>
          </a:p>
        </p:txBody>
      </p:sp>
      <p:sp>
        <p:nvSpPr>
          <p:cNvPr id="338" name="PlaceHolder 2"/>
          <p:cNvSpPr>
            <a:spLocks noGrp="1"/>
          </p:cNvSpPr>
          <p:nvPr>
            <p:ph type="body"/>
          </p:nvPr>
        </p:nvSpPr>
        <p:spPr>
          <a:xfrm>
            <a:off x="677160" y="4527360"/>
            <a:ext cx="8596440" cy="86004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en-US" sz="20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chemeClr val="dk1">
                  <a:lumMod val="50000"/>
                  <a:lumOff val="50000"/>
                </a:schemeClr>
              </a:solidFill>
              <a:effectLst/>
              <a:uFillTx/>
              <a:latin typeface="Trebuchet MS"/>
            </a:endParaRPr>
          </a:p>
        </p:txBody>
      </p:sp>
      <p:sp>
        <p:nvSpPr>
          <p:cNvPr id="339" name="PlaceHolder 3"/>
          <p:cNvSpPr>
            <a:spLocks noGrp="1"/>
          </p:cNvSpPr>
          <p:nvPr>
            <p:ph type="dt" idx="28"/>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340" name="PlaceHolder 4"/>
          <p:cNvSpPr>
            <a:spLocks noGrp="1"/>
          </p:cNvSpPr>
          <p:nvPr>
            <p:ph type="ftr" idx="29"/>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41" name="PlaceHolder 5"/>
          <p:cNvSpPr>
            <a:spLocks noGrp="1"/>
          </p:cNvSpPr>
          <p:nvPr>
            <p:ph type="sldNum" idx="30"/>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5A586277-296C-4E91-93FB-F665339F921E}"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grpSp>
        <p:nvGrpSpPr>
          <p:cNvPr id="342" name="Group 43"/>
          <p:cNvGrpSpPr/>
          <p:nvPr/>
        </p:nvGrpSpPr>
        <p:grpSpPr>
          <a:xfrm>
            <a:off x="0" y="-8640"/>
            <a:ext cx="12191760" cy="6866640"/>
            <a:chOff x="0" y="-8640"/>
            <a:chExt cx="12191760" cy="6866640"/>
          </a:xfrm>
        </p:grpSpPr>
        <p:cxnSp>
          <p:nvCxnSpPr>
            <p:cNvPr id="343"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344"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34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35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71FF9402-7CD5-4CE5-984E-D03ABD3E4D09}"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35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35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6C504348-3DD5-44A5-B153-B540DCF78E0B}"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356"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Autofit/>
          </a:bodyPr>
          <a:lstStyle>
            <a:lvl1pPr indent="0" algn="l" defTabSz="457200">
              <a:lnSpc>
                <a:spcPct val="100000"/>
              </a:lnSpc>
              <a:buNone/>
              <a:defRPr lang="en-US" sz="3600" b="0" u="none" strike="noStrike">
                <a:solidFill>
                  <a:schemeClr val="accent1"/>
                </a:solidFill>
                <a:effectLst/>
                <a:uFillTx/>
                <a:latin typeface="Trebuchet MS"/>
              </a:defRPr>
            </a:lvl1pPr>
          </a:lstStyle>
          <a:p>
            <a:pPr indent="0" algn="l" defTabSz="457200">
              <a:lnSpc>
                <a:spcPct val="100000"/>
              </a:lnSpc>
              <a:buNone/>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357" name="PlaceHolder 2"/>
          <p:cNvSpPr>
            <a:spLocks noGrp="1"/>
          </p:cNvSpPr>
          <p:nvPr>
            <p:ph type="body"/>
          </p:nvPr>
        </p:nvSpPr>
        <p:spPr>
          <a:xfrm>
            <a:off x="677160" y="2160720"/>
            <a:ext cx="4183560" cy="388044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358" name="PlaceHolder 3"/>
          <p:cNvSpPr>
            <a:spLocks noGrp="1"/>
          </p:cNvSpPr>
          <p:nvPr>
            <p:ph type="body"/>
          </p:nvPr>
        </p:nvSpPr>
        <p:spPr>
          <a:xfrm>
            <a:off x="5090040" y="2160720"/>
            <a:ext cx="4183560" cy="388044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359" name="PlaceHolder 4"/>
          <p:cNvSpPr>
            <a:spLocks noGrp="1"/>
          </p:cNvSpPr>
          <p:nvPr>
            <p:ph type="dt" idx="31"/>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360" name="PlaceHolder 5"/>
          <p:cNvSpPr>
            <a:spLocks noGrp="1"/>
          </p:cNvSpPr>
          <p:nvPr>
            <p:ph type="ftr" idx="32"/>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1" name="PlaceHolder 6"/>
          <p:cNvSpPr>
            <a:spLocks noGrp="1"/>
          </p:cNvSpPr>
          <p:nvPr>
            <p:ph type="sldNum" idx="33"/>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54CBA548-7673-45EE-AA26-CF7D5EF3F65F}"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grpSp>
        <p:nvGrpSpPr>
          <p:cNvPr id="362" name="Group 43"/>
          <p:cNvGrpSpPr/>
          <p:nvPr/>
        </p:nvGrpSpPr>
        <p:grpSpPr>
          <a:xfrm>
            <a:off x="0" y="-8640"/>
            <a:ext cx="12191760" cy="6866640"/>
            <a:chOff x="0" y="-8640"/>
            <a:chExt cx="12191760" cy="6866640"/>
          </a:xfrm>
        </p:grpSpPr>
        <p:cxnSp>
          <p:nvCxnSpPr>
            <p:cNvPr id="363"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364"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36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37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5E8100DF-DC7C-42C9-A5B7-EC555A28D816}"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37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37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3D53B5AF-1C73-4C68-BA2E-1345BF194776}"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376"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Autofit/>
          </a:bodyPr>
          <a:lstStyle>
            <a:lvl1pPr indent="0" algn="l" defTabSz="457200">
              <a:lnSpc>
                <a:spcPct val="100000"/>
              </a:lnSpc>
              <a:buNone/>
              <a:defRPr lang="en-US" sz="3600" b="0" u="none" strike="noStrike">
                <a:solidFill>
                  <a:schemeClr val="accent1"/>
                </a:solidFill>
                <a:effectLst/>
                <a:uFillTx/>
                <a:latin typeface="Trebuchet MS"/>
              </a:defRPr>
            </a:lvl1pPr>
          </a:lstStyle>
          <a:p>
            <a:pPr indent="0" algn="l" defTabSz="457200">
              <a:lnSpc>
                <a:spcPct val="100000"/>
              </a:lnSpc>
              <a:buNone/>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377" name="PlaceHolder 2"/>
          <p:cNvSpPr>
            <a:spLocks noGrp="1"/>
          </p:cNvSpPr>
          <p:nvPr>
            <p:ph type="body"/>
          </p:nvPr>
        </p:nvSpPr>
        <p:spPr>
          <a:xfrm>
            <a:off x="675720" y="2161080"/>
            <a:ext cx="4185360" cy="57600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chemeClr val="dk1">
                  <a:lumMod val="75000"/>
                  <a:lumOff val="25000"/>
                </a:schemeClr>
              </a:solidFill>
              <a:effectLst/>
              <a:uFillTx/>
              <a:latin typeface="Trebuchet MS"/>
            </a:endParaRPr>
          </a:p>
        </p:txBody>
      </p:sp>
      <p:sp>
        <p:nvSpPr>
          <p:cNvPr id="378" name="PlaceHolder 3"/>
          <p:cNvSpPr>
            <a:spLocks noGrp="1"/>
          </p:cNvSpPr>
          <p:nvPr>
            <p:ph type="body"/>
          </p:nvPr>
        </p:nvSpPr>
        <p:spPr>
          <a:xfrm>
            <a:off x="675720" y="2737080"/>
            <a:ext cx="4185360" cy="330372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tabLst>
                <a:tab pos="0" algn="l"/>
              </a:tabLst>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tabLst>
                <a:tab pos="0" algn="l"/>
              </a:tabLst>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tabLst>
                <a:tab pos="0" algn="l"/>
              </a:tabLst>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tabLst>
                <a:tab pos="0" algn="l"/>
              </a:tabLst>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tabLst>
                <a:tab pos="0" algn="l"/>
              </a:tabLst>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379" name="PlaceHolder 4"/>
          <p:cNvSpPr>
            <a:spLocks noGrp="1"/>
          </p:cNvSpPr>
          <p:nvPr>
            <p:ph type="body"/>
          </p:nvPr>
        </p:nvSpPr>
        <p:spPr>
          <a:xfrm>
            <a:off x="5088240" y="2161080"/>
            <a:ext cx="4185360" cy="57600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chemeClr val="dk1">
                  <a:lumMod val="75000"/>
                  <a:lumOff val="25000"/>
                </a:schemeClr>
              </a:solidFill>
              <a:effectLst/>
              <a:uFillTx/>
              <a:latin typeface="Trebuchet MS"/>
            </a:endParaRPr>
          </a:p>
        </p:txBody>
      </p:sp>
      <p:sp>
        <p:nvSpPr>
          <p:cNvPr id="380" name="PlaceHolder 5"/>
          <p:cNvSpPr>
            <a:spLocks noGrp="1"/>
          </p:cNvSpPr>
          <p:nvPr>
            <p:ph type="body"/>
          </p:nvPr>
        </p:nvSpPr>
        <p:spPr>
          <a:xfrm>
            <a:off x="5088240" y="2737080"/>
            <a:ext cx="4185360" cy="330372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tabLst>
                <a:tab pos="0" algn="l"/>
              </a:tabLst>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tabLst>
                <a:tab pos="0" algn="l"/>
              </a:tabLst>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tabLst>
                <a:tab pos="0" algn="l"/>
              </a:tabLst>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tabLst>
                <a:tab pos="0" algn="l"/>
              </a:tabLst>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tabLst>
                <a:tab pos="0" algn="l"/>
              </a:tabLst>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381" name="PlaceHolder 6"/>
          <p:cNvSpPr>
            <a:spLocks noGrp="1"/>
          </p:cNvSpPr>
          <p:nvPr>
            <p:ph type="dt" idx="34"/>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382" name="PlaceHolder 7"/>
          <p:cNvSpPr>
            <a:spLocks noGrp="1"/>
          </p:cNvSpPr>
          <p:nvPr>
            <p:ph type="ftr" idx="35"/>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83" name="PlaceHolder 8"/>
          <p:cNvSpPr>
            <a:spLocks noGrp="1"/>
          </p:cNvSpPr>
          <p:nvPr>
            <p:ph type="sldNum" idx="36"/>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BB3EF71D-2B35-444D-B192-BE62816C6745}"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grpSp>
        <p:nvGrpSpPr>
          <p:cNvPr id="384" name="Group 43"/>
          <p:cNvGrpSpPr/>
          <p:nvPr/>
        </p:nvGrpSpPr>
        <p:grpSpPr>
          <a:xfrm>
            <a:off x="0" y="-8640"/>
            <a:ext cx="12191760" cy="6866640"/>
            <a:chOff x="0" y="-8640"/>
            <a:chExt cx="12191760" cy="6866640"/>
          </a:xfrm>
        </p:grpSpPr>
        <p:cxnSp>
          <p:nvCxnSpPr>
            <p:cNvPr id="385"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386"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38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9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9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39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D74316B6-7A5C-4227-A870-A5DDDA54C41D}"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39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39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0C235A0C-AE0B-40C6-BD46-795F4301ECA0}"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398"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Autofit/>
          </a:bodyPr>
          <a:lstStyle>
            <a:lvl1pPr indent="0" algn="l" defTabSz="457200">
              <a:lnSpc>
                <a:spcPct val="100000"/>
              </a:lnSpc>
              <a:buNone/>
              <a:defRPr lang="en-US" sz="3600" b="0" u="none" strike="noStrike">
                <a:solidFill>
                  <a:schemeClr val="accent1"/>
                </a:solidFill>
                <a:effectLst/>
                <a:uFillTx/>
                <a:latin typeface="Trebuchet MS"/>
              </a:defRPr>
            </a:lvl1pPr>
          </a:lstStyle>
          <a:p>
            <a:pPr indent="0" algn="l" defTabSz="457200">
              <a:lnSpc>
                <a:spcPct val="100000"/>
              </a:lnSpc>
              <a:buNone/>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399" name="PlaceHolder 2"/>
          <p:cNvSpPr>
            <a:spLocks noGrp="1"/>
          </p:cNvSpPr>
          <p:nvPr>
            <p:ph type="dt" idx="37"/>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400" name="PlaceHolder 3"/>
          <p:cNvSpPr>
            <a:spLocks noGrp="1"/>
          </p:cNvSpPr>
          <p:nvPr>
            <p:ph type="ftr" idx="38"/>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1" name="PlaceHolder 4"/>
          <p:cNvSpPr>
            <a:spLocks noGrp="1"/>
          </p:cNvSpPr>
          <p:nvPr>
            <p:ph type="sldNum" idx="39"/>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ABF62E7A-4A32-4150-9BF9-8B40F936B2A9}"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grpSp>
        <p:nvGrpSpPr>
          <p:cNvPr id="402" name="Group 43"/>
          <p:cNvGrpSpPr/>
          <p:nvPr/>
        </p:nvGrpSpPr>
        <p:grpSpPr>
          <a:xfrm>
            <a:off x="0" y="-8640"/>
            <a:ext cx="12191760" cy="6866640"/>
            <a:chOff x="0" y="-8640"/>
            <a:chExt cx="12191760" cy="6866640"/>
          </a:xfrm>
        </p:grpSpPr>
        <p:cxnSp>
          <p:nvCxnSpPr>
            <p:cNvPr id="403"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404"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40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41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DB6D5AEB-C622-4DE3-8CBC-D0A7D712AA05}"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41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41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AAB058ED-D978-4D09-9A7D-282B4B681232}"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416" name="PlaceHolder 1"/>
          <p:cNvSpPr>
            <a:spLocks noGrp="1"/>
          </p:cNvSpPr>
          <p:nvPr>
            <p:ph type="dt" idx="40"/>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417" name="PlaceHolder 2"/>
          <p:cNvSpPr>
            <a:spLocks noGrp="1"/>
          </p:cNvSpPr>
          <p:nvPr>
            <p:ph type="ftr" idx="41"/>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18" name="PlaceHolder 3"/>
          <p:cNvSpPr>
            <a:spLocks noGrp="1"/>
          </p:cNvSpPr>
          <p:nvPr>
            <p:ph type="sldNum" idx="42"/>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765EA2AD-2F6F-473C-93FA-9949CBD0901C}"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grpSp>
        <p:nvGrpSpPr>
          <p:cNvPr id="419" name="Group 43"/>
          <p:cNvGrpSpPr/>
          <p:nvPr/>
        </p:nvGrpSpPr>
        <p:grpSpPr>
          <a:xfrm>
            <a:off x="0" y="-8640"/>
            <a:ext cx="12191760" cy="6866640"/>
            <a:chOff x="0" y="-8640"/>
            <a:chExt cx="12191760" cy="6866640"/>
          </a:xfrm>
        </p:grpSpPr>
        <p:cxnSp>
          <p:nvCxnSpPr>
            <p:cNvPr id="420"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421"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422"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3"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4"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5"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6"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7"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8"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9"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430"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250812F2-6E06-4FE9-BDD1-42899248B92A}"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431"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432"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09E413BC-0C4C-4A2F-B0B0-E12335E3C4F9}"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433" name="PlaceHolder 1"/>
          <p:cNvSpPr>
            <a:spLocks noGrp="1"/>
          </p:cNvSpPr>
          <p:nvPr>
            <p:ph type="title"/>
          </p:nvPr>
        </p:nvSpPr>
        <p:spPr>
          <a:xfrm>
            <a:off x="677160" y="1498680"/>
            <a:ext cx="3854160" cy="1278000"/>
          </a:xfrm>
          <a:prstGeom prst="rect">
            <a:avLst/>
          </a:prstGeom>
          <a:noFill/>
          <a:ln w="0">
            <a:noFill/>
          </a:ln>
        </p:spPr>
        <p:txBody>
          <a:bodyPr lIns="91440" tIns="45720" rIns="91440" bIns="45720" anchor="b">
            <a:normAutofit/>
          </a:bodyPr>
          <a:lstStyle>
            <a:lvl1pPr indent="0" algn="l" defTabSz="457200">
              <a:lnSpc>
                <a:spcPct val="100000"/>
              </a:lnSpc>
              <a:buNone/>
              <a:defRPr lang="en-US" sz="2000" b="0" u="none" strike="noStrike">
                <a:solidFill>
                  <a:schemeClr val="accent1"/>
                </a:solidFill>
                <a:effectLst/>
                <a:uFillTx/>
                <a:latin typeface="Trebuchet MS"/>
              </a:defRPr>
            </a:lvl1pPr>
          </a:lstStyle>
          <a:p>
            <a:pPr indent="0" algn="l" defTabSz="457200">
              <a:lnSpc>
                <a:spcPct val="100000"/>
              </a:lnSpc>
              <a:buNone/>
            </a:pPr>
            <a:r>
              <a:rPr lang="en-US" sz="2000" b="0" u="none" strike="noStrike">
                <a:solidFill>
                  <a:schemeClr val="accent1"/>
                </a:solidFill>
                <a:effectLst/>
                <a:uFillTx/>
                <a:latin typeface="Trebuchet MS"/>
              </a:rPr>
              <a:t>Click to edit Master title style</a:t>
            </a:r>
            <a:endParaRPr lang="en-US" sz="2000" b="0" u="none" strike="noStrike">
              <a:solidFill>
                <a:schemeClr val="accent1"/>
              </a:solidFill>
              <a:effectLst/>
              <a:uFillTx/>
              <a:latin typeface="Trebuchet MS"/>
            </a:endParaRPr>
          </a:p>
        </p:txBody>
      </p:sp>
      <p:sp>
        <p:nvSpPr>
          <p:cNvPr id="434" name="PlaceHolder 2"/>
          <p:cNvSpPr>
            <a:spLocks noGrp="1"/>
          </p:cNvSpPr>
          <p:nvPr>
            <p:ph type="body"/>
          </p:nvPr>
        </p:nvSpPr>
        <p:spPr>
          <a:xfrm>
            <a:off x="4760640" y="514800"/>
            <a:ext cx="4513320" cy="552600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435" name="PlaceHolder 3"/>
          <p:cNvSpPr>
            <a:spLocks noGrp="1"/>
          </p:cNvSpPr>
          <p:nvPr>
            <p:ph type="body"/>
          </p:nvPr>
        </p:nvSpPr>
        <p:spPr>
          <a:xfrm>
            <a:off x="677160" y="2777040"/>
            <a:ext cx="3854160" cy="258408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chemeClr val="dk1">
                  <a:lumMod val="75000"/>
                  <a:lumOff val="25000"/>
                </a:schemeClr>
              </a:solidFill>
              <a:effectLst/>
              <a:uFillTx/>
              <a:latin typeface="Trebuchet MS"/>
            </a:endParaRPr>
          </a:p>
        </p:txBody>
      </p:sp>
      <p:sp>
        <p:nvSpPr>
          <p:cNvPr id="436" name="PlaceHolder 4"/>
          <p:cNvSpPr>
            <a:spLocks noGrp="1"/>
          </p:cNvSpPr>
          <p:nvPr>
            <p:ph type="dt" idx="43"/>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437" name="PlaceHolder 5"/>
          <p:cNvSpPr>
            <a:spLocks noGrp="1"/>
          </p:cNvSpPr>
          <p:nvPr>
            <p:ph type="ftr" idx="44"/>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8" name="PlaceHolder 6"/>
          <p:cNvSpPr>
            <a:spLocks noGrp="1"/>
          </p:cNvSpPr>
          <p:nvPr>
            <p:ph type="sldNum" idx="45"/>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EF4DCE6A-8795-45D4-B1D4-9D92B9678CF5}"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grpSp>
        <p:nvGrpSpPr>
          <p:cNvPr id="439" name="Group 43"/>
          <p:cNvGrpSpPr/>
          <p:nvPr/>
        </p:nvGrpSpPr>
        <p:grpSpPr>
          <a:xfrm>
            <a:off x="0" y="-8640"/>
            <a:ext cx="12191760" cy="6866640"/>
            <a:chOff x="0" y="-8640"/>
            <a:chExt cx="12191760" cy="6866640"/>
          </a:xfrm>
        </p:grpSpPr>
        <p:cxnSp>
          <p:nvCxnSpPr>
            <p:cNvPr id="440"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441"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442"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3"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4"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5"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6"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7"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8"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9"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450"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6A90183A-7D52-4932-A806-1E463F54FAE1}"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451"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452"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3D3C38AE-879C-4CB5-9284-E46D7488AAE0}"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453" name="PlaceHolder 1"/>
          <p:cNvSpPr>
            <a:spLocks noGrp="1"/>
          </p:cNvSpPr>
          <p:nvPr>
            <p:ph type="title"/>
          </p:nvPr>
        </p:nvSpPr>
        <p:spPr>
          <a:xfrm>
            <a:off x="677160" y="4800600"/>
            <a:ext cx="8596440" cy="566280"/>
          </a:xfrm>
          <a:prstGeom prst="rect">
            <a:avLst/>
          </a:prstGeom>
          <a:noFill/>
          <a:ln w="0">
            <a:noFill/>
          </a:ln>
        </p:spPr>
        <p:txBody>
          <a:bodyPr lIns="91440" tIns="45720" rIns="91440" bIns="45720" anchor="b">
            <a:normAutofit/>
          </a:bodyPr>
          <a:lstStyle>
            <a:lvl1pPr indent="0" algn="l" defTabSz="457200">
              <a:lnSpc>
                <a:spcPct val="100000"/>
              </a:lnSpc>
              <a:buNone/>
              <a:defRPr lang="en-US" sz="2400" b="0" u="none" strike="noStrike">
                <a:solidFill>
                  <a:schemeClr val="accent1"/>
                </a:solidFill>
                <a:effectLst/>
                <a:uFillTx/>
                <a:latin typeface="Trebuchet MS"/>
              </a:defRPr>
            </a:lvl1pPr>
          </a:lstStyle>
          <a:p>
            <a:pPr indent="0" algn="l" defTabSz="457200">
              <a:lnSpc>
                <a:spcPct val="100000"/>
              </a:lnSpc>
              <a:buNone/>
            </a:pPr>
            <a:r>
              <a:rPr lang="en-US" sz="2400" b="0" u="none" strike="noStrike">
                <a:solidFill>
                  <a:schemeClr val="accent1"/>
                </a:solidFill>
                <a:effectLst/>
                <a:uFillTx/>
                <a:latin typeface="Trebuchet MS"/>
              </a:rPr>
              <a:t>Click to edit Master title style</a:t>
            </a:r>
            <a:endParaRPr lang="en-US" sz="2400" b="0" u="none" strike="noStrike">
              <a:solidFill>
                <a:schemeClr val="accent1"/>
              </a:solidFill>
              <a:effectLst/>
              <a:uFillTx/>
              <a:latin typeface="Trebuchet MS"/>
            </a:endParaRPr>
          </a:p>
        </p:txBody>
      </p:sp>
      <p:sp>
        <p:nvSpPr>
          <p:cNvPr id="454" name="PlaceHolder 2"/>
          <p:cNvSpPr>
            <a:spLocks noGrp="1"/>
          </p:cNvSpPr>
          <p:nvPr>
            <p:ph type="body"/>
          </p:nvPr>
        </p:nvSpPr>
        <p:spPr>
          <a:xfrm>
            <a:off x="677160" y="609480"/>
            <a:ext cx="8596440" cy="3845520"/>
          </a:xfrm>
          <a:prstGeom prst="rect">
            <a:avLst/>
          </a:prstGeom>
          <a:noFill/>
          <a:ln w="0">
            <a:noFill/>
          </a:ln>
        </p:spPr>
        <p:txBody>
          <a:bodyPr lIns="90000" tIns="45000" rIns="90000" bIns="45000" anchor="t">
            <a:normAutofit/>
          </a:bodyPr>
          <a:lstStyle>
            <a:lvl1pPr indent="0" algn="ctr" defTabSz="457200">
              <a:lnSpc>
                <a:spcPct val="100000"/>
              </a:lnSpc>
              <a:buNone/>
              <a:tabLst>
                <a:tab pos="0" algn="l"/>
              </a:tabLst>
              <a:defRPr lang="en-US" sz="1600" b="0" u="none" strike="noStrike">
                <a:solidFill>
                  <a:schemeClr val="dk1"/>
                </a:solidFill>
                <a:effectLst/>
                <a:uFillTx/>
                <a:latin typeface="Trebuchet MS"/>
              </a:defRPr>
            </a:lvl1pPr>
          </a:lstStyle>
          <a:p>
            <a:pPr indent="0" algn="ctr" defTabSz="457200">
              <a:lnSpc>
                <a:spcPct val="100000"/>
              </a:lnSpc>
              <a:buNone/>
              <a:tabLst>
                <a:tab pos="0" algn="l"/>
              </a:tabLst>
            </a:pPr>
            <a:r>
              <a:rPr lang="en-US" sz="1600" b="0" u="none" strike="noStrike">
                <a:solidFill>
                  <a:schemeClr val="dk1"/>
                </a:solidFill>
                <a:effectLst/>
                <a:uFillTx/>
                <a:latin typeface="Trebuchet MS"/>
              </a:rPr>
              <a:t>Click icon to add picture</a:t>
            </a:r>
            <a:endParaRPr lang="en-US" sz="1600" b="0" u="none" strike="noStrike">
              <a:solidFill>
                <a:schemeClr val="dk1">
                  <a:lumMod val="75000"/>
                  <a:lumOff val="25000"/>
                </a:schemeClr>
              </a:solidFill>
              <a:effectLst/>
              <a:uFillTx/>
              <a:latin typeface="Trebuchet MS"/>
            </a:endParaRPr>
          </a:p>
        </p:txBody>
      </p:sp>
      <p:sp>
        <p:nvSpPr>
          <p:cNvPr id="455" name="PlaceHolder 3"/>
          <p:cNvSpPr>
            <a:spLocks noGrp="1"/>
          </p:cNvSpPr>
          <p:nvPr>
            <p:ph type="body"/>
          </p:nvPr>
        </p:nvSpPr>
        <p:spPr>
          <a:xfrm>
            <a:off x="677160" y="5367240"/>
            <a:ext cx="8596440" cy="67356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2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chemeClr val="dk1">
                  <a:lumMod val="75000"/>
                  <a:lumOff val="25000"/>
                </a:schemeClr>
              </a:solidFill>
              <a:effectLst/>
              <a:uFillTx/>
              <a:latin typeface="Trebuchet MS"/>
            </a:endParaRPr>
          </a:p>
        </p:txBody>
      </p:sp>
      <p:sp>
        <p:nvSpPr>
          <p:cNvPr id="456" name="PlaceHolder 4"/>
          <p:cNvSpPr>
            <a:spLocks noGrp="1"/>
          </p:cNvSpPr>
          <p:nvPr>
            <p:ph type="ftr" idx="46"/>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57" name="PlaceHolder 5"/>
          <p:cNvSpPr>
            <a:spLocks noGrp="1"/>
          </p:cNvSpPr>
          <p:nvPr>
            <p:ph type="sldNum" idx="47"/>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7FB86671-2ADF-43E4-A26C-8C0B44ADC402}"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458" name="PlaceHolder 6"/>
          <p:cNvSpPr>
            <a:spLocks noGrp="1"/>
          </p:cNvSpPr>
          <p:nvPr>
            <p:ph type="dt" idx="48"/>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p:bg>
      <p:bgPr>
        <a:solidFill>
          <a:srgbClr val="FFFFFF"/>
        </a:solidFill>
      </p:bgPr>
    </p:bg>
    <p:spTree>
      <p:nvGrpSpPr>
        <p:cNvPr id="1" name=""/>
        <p:cNvGrpSpPr/>
        <p:nvPr/>
      </p:nvGrpSpPr>
      <p:grpSpPr>
        <a:xfrm>
          <a:off x="0" y="0"/>
          <a:ext cx="0" cy="0"/>
          <a:chOff x="0" y="0"/>
          <a:chExt cx="0" cy="0"/>
        </a:xfrm>
      </p:grpSpPr>
      <p:grpSp>
        <p:nvGrpSpPr>
          <p:cNvPr id="173" name="Group 43"/>
          <p:cNvGrpSpPr/>
          <p:nvPr/>
        </p:nvGrpSpPr>
        <p:grpSpPr>
          <a:xfrm>
            <a:off x="0" y="-8640"/>
            <a:ext cx="12191760" cy="6866640"/>
            <a:chOff x="0" y="-8640"/>
            <a:chExt cx="12191760" cy="6866640"/>
          </a:xfrm>
        </p:grpSpPr>
        <p:cxnSp>
          <p:nvCxnSpPr>
            <p:cNvPr id="174"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175"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17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8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88678299-2C14-4D40-B47C-43ECA41F09D9}"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18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18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D7C81657-6211-4F1C-A7A7-A0120036C283}"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187" name="PlaceHolder 1"/>
          <p:cNvSpPr>
            <a:spLocks noGrp="1"/>
          </p:cNvSpPr>
          <p:nvPr>
            <p:ph type="body"/>
          </p:nvPr>
        </p:nvSpPr>
        <p:spPr>
          <a:xfrm>
            <a:off x="6312960" y="4142160"/>
            <a:ext cx="4220640" cy="86112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en-US" sz="2000" b="1" u="none" strike="noStrike">
                <a:solidFill>
                  <a:schemeClr val="accent4"/>
                </a:solidFill>
                <a:effectLst/>
                <a:uFillTx/>
                <a:latin typeface="Trebuchet MS"/>
              </a:defRPr>
            </a:lvl1pPr>
            <a:lvl2pPr marL="743040" indent="-285840" algn="l" defTabSz="457200">
              <a:lnSpc>
                <a:spcPct val="100000"/>
              </a:lnSpc>
              <a:spcBef>
                <a:spcPts val="1001"/>
              </a:spcBef>
              <a:buNone/>
              <a:tabLst>
                <a:tab pos="0" algn="l"/>
              </a:tabLst>
              <a:defRPr lang="en-US" sz="2000" b="0" u="none" strike="noStrike">
                <a:solidFill>
                  <a:schemeClr val="dk1">
                    <a:lumMod val="75000"/>
                    <a:lumOff val="25000"/>
                  </a:schemeClr>
                </a:solidFill>
                <a:effectLst/>
                <a:uFillTx/>
                <a:latin typeface="Trebuchet MS"/>
              </a:defRPr>
            </a:lvl2pPr>
          </a:lstStyle>
          <a:p>
            <a:pPr indent="0" algn="l"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a:p>
            <a:pPr marL="743040" indent="-285840" algn="l" defTabSz="457200">
              <a:lnSpc>
                <a:spcPct val="100000"/>
              </a:lnSpc>
              <a:spcBef>
                <a:spcPts val="1001"/>
              </a:spcBef>
              <a:buNone/>
              <a:tabLst>
                <a:tab pos="0" algn="l"/>
              </a:tabLst>
            </a:pPr>
            <a:r>
              <a:rPr lang="en-US" sz="2000" b="0" u="none" strike="noStrike">
                <a:solidFill>
                  <a:schemeClr val="dk1">
                    <a:lumMod val="75000"/>
                    <a:lumOff val="25000"/>
                  </a:schemeClr>
                </a:solidFill>
                <a:effectLst/>
                <a:uFillTx/>
                <a:latin typeface="Trebuchet MS"/>
              </a:rPr>
              <a:t>Second level</a:t>
            </a:r>
            <a:endParaRPr lang="en-US" sz="2000" b="0" u="none" strike="noStrike">
              <a:solidFill>
                <a:schemeClr val="dk1"/>
              </a:solidFill>
              <a:effectLst/>
              <a:uFillTx/>
              <a:latin typeface="Trebuchet MS"/>
            </a:endParaRPr>
          </a:p>
        </p:txBody>
      </p:sp>
      <p:sp>
        <p:nvSpPr>
          <p:cNvPr id="188" name="Hexagon 14"/>
          <p:cNvSpPr/>
          <p:nvPr/>
        </p:nvSpPr>
        <p:spPr>
          <a:xfrm>
            <a:off x="740160" y="1382760"/>
            <a:ext cx="1229040" cy="105948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189" name="Hexagon 15"/>
          <p:cNvSpPr/>
          <p:nvPr/>
        </p:nvSpPr>
        <p:spPr>
          <a:xfrm>
            <a:off x="3755160" y="1194480"/>
            <a:ext cx="1665720" cy="1436040"/>
          </a:xfrm>
          <a:prstGeom prst="hexagon">
            <a:avLst>
              <a:gd name="adj" fmla="val 25000"/>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190" name="Hexagon 16"/>
          <p:cNvSpPr/>
          <p:nvPr/>
        </p:nvSpPr>
        <p:spPr>
          <a:xfrm>
            <a:off x="3804840" y="5233320"/>
            <a:ext cx="717840" cy="618840"/>
          </a:xfrm>
          <a:prstGeom prst="hexagon">
            <a:avLst>
              <a:gd name="adj" fmla="val 25000"/>
              <a:gd name="vf" fmla="val 115470"/>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191" name="Hexagon 17"/>
          <p:cNvSpPr/>
          <p:nvPr/>
        </p:nvSpPr>
        <p:spPr>
          <a:xfrm>
            <a:off x="1837800" y="1101240"/>
            <a:ext cx="651240" cy="561240"/>
          </a:xfrm>
          <a:prstGeom prst="hexagon">
            <a:avLst>
              <a:gd name="adj" fmla="val 25000"/>
              <a:gd name="vf" fmla="val 115470"/>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192" name="PlaceHolder 2"/>
          <p:cNvSpPr>
            <a:spLocks noGrp="1"/>
          </p:cNvSpPr>
          <p:nvPr>
            <p:ph type="body"/>
          </p:nvPr>
        </p:nvSpPr>
        <p:spPr>
          <a:xfrm>
            <a:off x="1571400" y="1914120"/>
            <a:ext cx="3993120" cy="36176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193" name="PlaceHolder 3"/>
          <p:cNvSpPr>
            <a:spLocks noGrp="1"/>
          </p:cNvSpPr>
          <p:nvPr>
            <p:ph type="title"/>
          </p:nvPr>
        </p:nvSpPr>
        <p:spPr>
          <a:xfrm>
            <a:off x="6312960" y="2050560"/>
            <a:ext cx="4998240" cy="1748520"/>
          </a:xfrm>
          <a:prstGeom prst="rect">
            <a:avLst/>
          </a:prstGeom>
          <a:noFill/>
          <a:ln w="0">
            <a:noFill/>
          </a:ln>
        </p:spPr>
        <p:txBody>
          <a:bodyPr lIns="91440" tIns="45720" rIns="91440" bIns="45720" anchor="t">
            <a:noAutofit/>
          </a:bodyPr>
          <a:lstStyle>
            <a:lvl1pPr indent="0" algn="l" defTabSz="457200">
              <a:lnSpc>
                <a:spcPct val="100000"/>
              </a:lnSpc>
              <a:buNone/>
              <a:defRPr lang="en-US" sz="2800" b="0" u="none" strike="noStrike">
                <a:solidFill>
                  <a:schemeClr val="dk1"/>
                </a:solidFill>
                <a:effectLst/>
                <a:uFillTx/>
                <a:latin typeface="Trebuchet MS"/>
              </a:defRPr>
            </a:lvl1pPr>
          </a:lstStyle>
          <a:p>
            <a:pPr indent="0" algn="l" defTabSz="457200">
              <a:lnSpc>
                <a:spcPct val="100000"/>
              </a:lnSpc>
              <a:buNone/>
            </a:pPr>
            <a:r>
              <a:rPr lang="en-US" sz="2800" b="0" u="none" strike="noStrike">
                <a:solidFill>
                  <a:schemeClr val="dk1"/>
                </a:solidFill>
                <a:effectLst/>
                <a:uFillTx/>
                <a:latin typeface="Trebuchet MS"/>
              </a:rPr>
              <a:t>Click to edit Master title style</a:t>
            </a:r>
            <a:endParaRPr lang="en-US" sz="2800" b="0" u="none" strike="noStrike">
              <a:solidFill>
                <a:schemeClr val="dk1"/>
              </a:solidFill>
              <a:effectLst/>
              <a:uFillTx/>
              <a:latin typeface="Trebuchet MS"/>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troduction">
    <p:bg>
      <p:bgPr>
        <a:solidFill>
          <a:srgbClr val="FFFFFF"/>
        </a:solidFill>
      </p:bgPr>
    </p:bg>
    <p:spTree>
      <p:nvGrpSpPr>
        <p:cNvPr id="1" name=""/>
        <p:cNvGrpSpPr/>
        <p:nvPr/>
      </p:nvGrpSpPr>
      <p:grpSpPr>
        <a:xfrm>
          <a:off x="0" y="0"/>
          <a:ext cx="0" cy="0"/>
          <a:chOff x="0" y="0"/>
          <a:chExt cx="0" cy="0"/>
        </a:xfrm>
      </p:grpSpPr>
      <p:grpSp>
        <p:nvGrpSpPr>
          <p:cNvPr id="194" name="Group 43"/>
          <p:cNvGrpSpPr/>
          <p:nvPr/>
        </p:nvGrpSpPr>
        <p:grpSpPr>
          <a:xfrm>
            <a:off x="0" y="-8640"/>
            <a:ext cx="12191760" cy="6866640"/>
            <a:chOff x="0" y="-8640"/>
            <a:chExt cx="12191760" cy="6866640"/>
          </a:xfrm>
        </p:grpSpPr>
        <p:cxnSp>
          <p:nvCxnSpPr>
            <p:cNvPr id="195"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196"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19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0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FE325ABD-7FAC-4A8C-A218-8F5DFEB7BA50}"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20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20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B7972863-99DC-4DE1-8B92-48BE6BBE8F88}"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208" name="Oval 9"/>
          <p:cNvSpPr/>
          <p:nvPr/>
        </p:nvSpPr>
        <p:spPr>
          <a:xfrm>
            <a:off x="7362720" y="443160"/>
            <a:ext cx="361440" cy="36144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accent5"/>
              </a:solidFill>
              <a:effectLst/>
              <a:uFillTx/>
              <a:latin typeface="Trebuchet MS"/>
            </a:endParaRPr>
          </a:p>
        </p:txBody>
      </p:sp>
      <p:sp>
        <p:nvSpPr>
          <p:cNvPr id="209" name="Oval 13"/>
          <p:cNvSpPr/>
          <p:nvPr/>
        </p:nvSpPr>
        <p:spPr>
          <a:xfrm>
            <a:off x="11007360" y="5605920"/>
            <a:ext cx="653760" cy="653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accent5"/>
              </a:solidFill>
              <a:effectLst/>
              <a:uFillTx/>
              <a:latin typeface="Trebuchet MS"/>
            </a:endParaRPr>
          </a:p>
        </p:txBody>
      </p:sp>
      <p:sp>
        <p:nvSpPr>
          <p:cNvPr id="210" name="Oval 15"/>
          <p:cNvSpPr/>
          <p:nvPr/>
        </p:nvSpPr>
        <p:spPr>
          <a:xfrm>
            <a:off x="10683720" y="6132600"/>
            <a:ext cx="250920" cy="25092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accent5"/>
              </a:solidFill>
              <a:effectLst/>
              <a:uFillTx/>
              <a:latin typeface="Trebuchet MS"/>
            </a:endParaRPr>
          </a:p>
        </p:txBody>
      </p:sp>
      <p:sp>
        <p:nvSpPr>
          <p:cNvPr id="211" name="PlaceHolder 1"/>
          <p:cNvSpPr>
            <a:spLocks noGrp="1"/>
          </p:cNvSpPr>
          <p:nvPr>
            <p:ph type="body"/>
          </p:nvPr>
        </p:nvSpPr>
        <p:spPr>
          <a:xfrm>
            <a:off x="5733360" y="624240"/>
            <a:ext cx="5855400" cy="5631120"/>
          </a:xfrm>
          <a:prstGeom prst="rect">
            <a:avLst/>
          </a:prstGeom>
          <a:noFill/>
          <a:ln w="0">
            <a:noFill/>
          </a:ln>
        </p:spPr>
        <p:txBody>
          <a:bodyPr lIns="90000" tIns="45000" rIns="90000" bIns="45000" anchor="ctr">
            <a:noAutofit/>
          </a:bodyPr>
          <a:lstStyle>
            <a:lvl1pPr indent="0" algn="ctr" defTabSz="457200">
              <a:lnSpc>
                <a:spcPct val="100000"/>
              </a:lnSpc>
              <a:buNone/>
              <a:defRPr lang="en-US" sz="1800" b="0" u="none" strike="noStrike">
                <a:solidFill>
                  <a:schemeClr val="dk1"/>
                </a:solidFill>
                <a:effectLst/>
                <a:uFillTx/>
                <a:latin typeface="Trebuchet MS"/>
              </a:defRPr>
            </a:lvl1pPr>
          </a:lstStyle>
          <a:p>
            <a:pPr indent="0" algn="ctr" defTabSz="457200">
              <a:lnSpc>
                <a:spcPct val="100000"/>
              </a:lnSpc>
              <a:buNone/>
            </a:pPr>
            <a:r>
              <a:rPr lang="en-US" sz="1800" b="0" u="none" strike="noStrike">
                <a:solidFill>
                  <a:schemeClr val="dk1"/>
                </a:solidFill>
                <a:effectLst/>
                <a:uFillTx/>
                <a:latin typeface="Trebuchet MS"/>
              </a:rPr>
              <a:t>Click icon to add picture</a:t>
            </a:r>
            <a:endParaRPr lang="en-US" sz="1800" b="0" u="none" strike="noStrike">
              <a:solidFill>
                <a:schemeClr val="dk1">
                  <a:lumMod val="75000"/>
                  <a:lumOff val="25000"/>
                </a:schemeClr>
              </a:solidFill>
              <a:effectLst/>
              <a:uFillTx/>
              <a:latin typeface="Trebuchet MS"/>
            </a:endParaRPr>
          </a:p>
        </p:txBody>
      </p:sp>
      <p:sp>
        <p:nvSpPr>
          <p:cNvPr id="212" name="PlaceHolder 2"/>
          <p:cNvSpPr>
            <a:spLocks noGrp="1"/>
          </p:cNvSpPr>
          <p:nvPr>
            <p:ph type="body"/>
          </p:nvPr>
        </p:nvSpPr>
        <p:spPr>
          <a:xfrm>
            <a:off x="660240" y="2044800"/>
            <a:ext cx="4274640" cy="3560400"/>
          </a:xfrm>
          <a:prstGeom prst="rect">
            <a:avLst/>
          </a:prstGeom>
          <a:noFill/>
          <a:ln w="0">
            <a:noFill/>
          </a:ln>
        </p:spPr>
        <p:txBody>
          <a:bodyPr lIns="91440" tIns="45720" rIns="91440" bIns="45720" anchor="t">
            <a:noAutofit/>
          </a:bodyPr>
          <a:lstStyle>
            <a:lvl1pPr algn="l" defTabSz="457200">
              <a:lnSpc>
                <a:spcPct val="150000"/>
              </a:lnSpc>
              <a:spcBef>
                <a:spcPts val="1001"/>
              </a:spcBef>
              <a:buClr>
                <a:srgbClr val="2E946B"/>
              </a:buClr>
              <a:buSzPct val="80000"/>
              <a:buFont typeface="Wingdings" charset="2"/>
              <a:buChar char=""/>
              <a:defRPr lang="en-US" sz="2000" b="0" u="none" strike="noStrike">
                <a:solidFill>
                  <a:schemeClr val="dk1">
                    <a:lumMod val="75000"/>
                    <a:lumOff val="25000"/>
                  </a:schemeClr>
                </a:solidFill>
                <a:effectLst/>
                <a:uFillTx/>
                <a:latin typeface="Trebuchet MS"/>
              </a:defRPr>
            </a:lvl1pPr>
          </a:lstStyle>
          <a:p>
            <a:pPr marL="343080" indent="-343080" algn="l" defTabSz="457200">
              <a:lnSpc>
                <a:spcPct val="150000"/>
              </a:lnSpc>
              <a:spcBef>
                <a:spcPts val="1001"/>
              </a:spcBef>
              <a:buClr>
                <a:srgbClr val="2E946B"/>
              </a:buClr>
              <a:buSzPct val="80000"/>
              <a:buFont typeface="Wingdings" charset="2"/>
              <a:buChar char=""/>
            </a:pPr>
            <a:r>
              <a:rPr lang="en-US" sz="2000" b="0" u="none" strike="noStrike">
                <a:solidFill>
                  <a:schemeClr val="dk1">
                    <a:lumMod val="75000"/>
                    <a:lumOff val="25000"/>
                  </a:schemeClr>
                </a:solidFill>
                <a:effectLst/>
                <a:uFillTx/>
                <a:latin typeface="Trebuchet MS"/>
              </a:rPr>
              <a:t>Click to edit Master text styles</a:t>
            </a:r>
            <a:endParaRPr lang="en-US" sz="2000" b="0" u="none" strike="noStrike">
              <a:solidFill>
                <a:schemeClr val="dk1">
                  <a:lumMod val="75000"/>
                  <a:lumOff val="25000"/>
                </a:schemeClr>
              </a:solidFill>
              <a:effectLst/>
              <a:uFillTx/>
              <a:latin typeface="Trebuchet MS"/>
            </a:endParaRPr>
          </a:p>
        </p:txBody>
      </p:sp>
      <p:sp>
        <p:nvSpPr>
          <p:cNvPr id="213" name="PlaceHolder 3"/>
          <p:cNvSpPr>
            <a:spLocks noGrp="1"/>
          </p:cNvSpPr>
          <p:nvPr>
            <p:ph type="title"/>
          </p:nvPr>
        </p:nvSpPr>
        <p:spPr>
          <a:xfrm>
            <a:off x="660240" y="805320"/>
            <a:ext cx="4274640" cy="830520"/>
          </a:xfrm>
          <a:prstGeom prst="rect">
            <a:avLst/>
          </a:prstGeom>
          <a:noFill/>
          <a:ln w="0">
            <a:noFill/>
          </a:ln>
        </p:spPr>
        <p:txBody>
          <a:bodyPr lIns="91440" tIns="45720" rIns="91440" bIns="45720" anchor="t">
            <a:noAutofit/>
          </a:bodyPr>
          <a:lstStyle>
            <a:lvl1pPr indent="0" algn="l" defTabSz="457200">
              <a:lnSpc>
                <a:spcPct val="100000"/>
              </a:lnSpc>
              <a:buNone/>
              <a:defRPr lang="en-US" sz="4800" b="1" u="none" strike="noStrike">
                <a:solidFill>
                  <a:schemeClr val="dk1"/>
                </a:solidFill>
                <a:effectLst/>
                <a:uFillTx/>
                <a:latin typeface="Trebuchet MS"/>
              </a:defRPr>
            </a:lvl1pPr>
          </a:lstStyle>
          <a:p>
            <a:pPr indent="0" algn="l" defTabSz="457200">
              <a:lnSpc>
                <a:spcPct val="100000"/>
              </a:lnSpc>
              <a:buNone/>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p:bg>
      <p:bgPr>
        <a:solidFill>
          <a:srgbClr val="FFFFFF"/>
        </a:solidFill>
      </p:bgPr>
    </p:bg>
    <p:spTree>
      <p:nvGrpSpPr>
        <p:cNvPr id="1" name=""/>
        <p:cNvGrpSpPr/>
        <p:nvPr/>
      </p:nvGrpSpPr>
      <p:grpSpPr>
        <a:xfrm>
          <a:off x="0" y="0"/>
          <a:ext cx="0" cy="0"/>
          <a:chOff x="0" y="0"/>
          <a:chExt cx="0" cy="0"/>
        </a:xfrm>
      </p:grpSpPr>
      <p:grpSp>
        <p:nvGrpSpPr>
          <p:cNvPr id="214" name="Group 43"/>
          <p:cNvGrpSpPr/>
          <p:nvPr/>
        </p:nvGrpSpPr>
        <p:grpSpPr>
          <a:xfrm>
            <a:off x="0" y="-8640"/>
            <a:ext cx="12191760" cy="6866640"/>
            <a:chOff x="0" y="-8640"/>
            <a:chExt cx="12191760" cy="6866640"/>
          </a:xfrm>
        </p:grpSpPr>
        <p:cxnSp>
          <p:nvCxnSpPr>
            <p:cNvPr id="215"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216"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21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2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507BDE63-BD50-4654-81F8-5AF02A228A59}"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22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22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4783D1D2-8445-4532-87FF-87F476482FE7}"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228" name="PlaceHolder 1"/>
          <p:cNvSpPr>
            <a:spLocks noGrp="1"/>
          </p:cNvSpPr>
          <p:nvPr>
            <p:ph type="body"/>
          </p:nvPr>
        </p:nvSpPr>
        <p:spPr>
          <a:xfrm>
            <a:off x="660240" y="2044800"/>
            <a:ext cx="4274640" cy="356040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2E946B"/>
              </a:buClr>
              <a:buSzPct val="80000"/>
              <a:buFont typeface="Wingdings" charset="2"/>
              <a:buChar char=""/>
              <a:defRPr lang="en-US" sz="2000" b="0" u="none" strike="noStrike">
                <a:solidFill>
                  <a:schemeClr val="dk1">
                    <a:lumMod val="75000"/>
                    <a:lumOff val="25000"/>
                  </a:schemeClr>
                </a:solidFill>
                <a:effectLst/>
                <a:uFillTx/>
                <a:latin typeface="Trebuchet MS"/>
              </a:defRPr>
            </a:lvl1pPr>
          </a:lstStyle>
          <a:p>
            <a:pPr marL="343080" indent="-343080" algn="l" defTabSz="457200">
              <a:lnSpc>
                <a:spcPct val="100000"/>
              </a:lnSpc>
              <a:spcBef>
                <a:spcPts val="1001"/>
              </a:spcBef>
              <a:buClr>
                <a:srgbClr val="2E946B"/>
              </a:buClr>
              <a:buSzPct val="80000"/>
              <a:buFont typeface="Wingdings" charset="2"/>
              <a:buChar char=""/>
            </a:pPr>
            <a:r>
              <a:rPr lang="en-US" sz="2000" b="0" u="none" strike="noStrike">
                <a:solidFill>
                  <a:schemeClr val="dk1">
                    <a:lumMod val="75000"/>
                    <a:lumOff val="25000"/>
                  </a:schemeClr>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229" name="Rectangle 18"/>
          <p:cNvSpPr/>
          <p:nvPr/>
        </p:nvSpPr>
        <p:spPr>
          <a:xfrm>
            <a:off x="9354600" y="5364000"/>
            <a:ext cx="456840" cy="4568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230" name="Rectangle 20"/>
          <p:cNvSpPr/>
          <p:nvPr/>
        </p:nvSpPr>
        <p:spPr>
          <a:xfrm>
            <a:off x="6692760" y="1699920"/>
            <a:ext cx="319320" cy="319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231" name="Rectangle 22"/>
          <p:cNvSpPr/>
          <p:nvPr/>
        </p:nvSpPr>
        <p:spPr>
          <a:xfrm>
            <a:off x="9354600" y="5897880"/>
            <a:ext cx="179640" cy="179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232" name="PlaceHolder 2"/>
          <p:cNvSpPr>
            <a:spLocks noGrp="1"/>
          </p:cNvSpPr>
          <p:nvPr>
            <p:ph type="body"/>
          </p:nvPr>
        </p:nvSpPr>
        <p:spPr>
          <a:xfrm>
            <a:off x="7090200" y="786240"/>
            <a:ext cx="4440960" cy="5392800"/>
          </a:xfrm>
          <a:prstGeom prst="rect">
            <a:avLst/>
          </a:prstGeom>
          <a:noFill/>
          <a:ln w="0">
            <a:noFill/>
          </a:ln>
        </p:spPr>
        <p:txBody>
          <a:bodyPr lIns="90000" tIns="45000" rIns="90000" bIns="45000" anchor="ctr">
            <a:noAutofit/>
          </a:bodyPr>
          <a:lstStyle>
            <a:lvl1pPr indent="0" algn="ctr" defTabSz="457200">
              <a:lnSpc>
                <a:spcPct val="100000"/>
              </a:lnSpc>
              <a:buNone/>
              <a:defRPr lang="en-US" sz="1800" b="0" u="none" strike="noStrike">
                <a:solidFill>
                  <a:schemeClr val="dk1"/>
                </a:solidFill>
                <a:effectLst/>
                <a:uFillTx/>
                <a:latin typeface="Trebuchet MS"/>
              </a:defRPr>
            </a:lvl1pPr>
          </a:lstStyle>
          <a:p>
            <a:pPr indent="0" algn="ctr" defTabSz="457200">
              <a:lnSpc>
                <a:spcPct val="100000"/>
              </a:lnSpc>
              <a:buNone/>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233" name="PlaceHolder 3"/>
          <p:cNvSpPr>
            <a:spLocks noGrp="1"/>
          </p:cNvSpPr>
          <p:nvPr>
            <p:ph type="title"/>
          </p:nvPr>
        </p:nvSpPr>
        <p:spPr>
          <a:xfrm>
            <a:off x="660240" y="805320"/>
            <a:ext cx="4274640" cy="830520"/>
          </a:xfrm>
          <a:prstGeom prst="rect">
            <a:avLst/>
          </a:prstGeom>
          <a:noFill/>
          <a:ln w="0">
            <a:noFill/>
          </a:ln>
        </p:spPr>
        <p:txBody>
          <a:bodyPr lIns="91440" tIns="45720" rIns="91440" bIns="45720" anchor="t">
            <a:noAutofit/>
          </a:bodyPr>
          <a:lstStyle>
            <a:lvl1pPr indent="0" algn="l" defTabSz="457200">
              <a:lnSpc>
                <a:spcPct val="100000"/>
              </a:lnSpc>
              <a:buNone/>
              <a:defRPr lang="en-US" sz="4800" b="1" u="none" strike="noStrike">
                <a:solidFill>
                  <a:schemeClr val="dk1"/>
                </a:solidFill>
                <a:effectLst/>
                <a:uFillTx/>
                <a:latin typeface="Trebuchet MS"/>
              </a:defRPr>
            </a:lvl1pPr>
          </a:lstStyle>
          <a:p>
            <a:pPr indent="0" algn="l" defTabSz="457200">
              <a:lnSpc>
                <a:spcPct val="100000"/>
              </a:lnSpc>
              <a:buNone/>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eam">
    <p:bg>
      <p:bgPr>
        <a:solidFill>
          <a:srgbClr val="FFFFFF"/>
        </a:solidFill>
      </p:bgPr>
    </p:bg>
    <p:spTree>
      <p:nvGrpSpPr>
        <p:cNvPr id="1" name=""/>
        <p:cNvGrpSpPr/>
        <p:nvPr/>
      </p:nvGrpSpPr>
      <p:grpSpPr>
        <a:xfrm>
          <a:off x="0" y="0"/>
          <a:ext cx="0" cy="0"/>
          <a:chOff x="0" y="0"/>
          <a:chExt cx="0" cy="0"/>
        </a:xfrm>
      </p:grpSpPr>
      <p:grpSp>
        <p:nvGrpSpPr>
          <p:cNvPr id="253" name="Group 43"/>
          <p:cNvGrpSpPr/>
          <p:nvPr/>
        </p:nvGrpSpPr>
        <p:grpSpPr>
          <a:xfrm>
            <a:off x="0" y="-8640"/>
            <a:ext cx="12191760" cy="6866640"/>
            <a:chOff x="0" y="-8640"/>
            <a:chExt cx="12191760" cy="6866640"/>
          </a:xfrm>
        </p:grpSpPr>
        <p:cxnSp>
          <p:nvCxnSpPr>
            <p:cNvPr id="254"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255"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25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6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25518B9E-EF4C-4B33-8A26-EB24455C93A0}"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26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26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7A38A461-021C-4E0F-BD0E-B7955ED236F6}"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267" name="PlaceHolder 1"/>
          <p:cNvSpPr>
            <a:spLocks noGrp="1"/>
          </p:cNvSpPr>
          <p:nvPr>
            <p:ph type="body"/>
          </p:nvPr>
        </p:nvSpPr>
        <p:spPr>
          <a:xfrm>
            <a:off x="5353560" y="2555640"/>
            <a:ext cx="1484640" cy="1279800"/>
          </a:xfrm>
          <a:prstGeom prst="rect">
            <a:avLst/>
          </a:prstGeom>
          <a:noFill/>
          <a:ln w="0">
            <a:noFill/>
          </a:ln>
        </p:spPr>
        <p:txBody>
          <a:bodyPr lIns="90000" tIns="45000" rIns="90000" bIns="45000" anchor="ctr">
            <a:noAutofit/>
          </a:bodyPr>
          <a:lstStyle>
            <a:lvl1pPr indent="0" algn="ctr" defTabSz="457200">
              <a:lnSpc>
                <a:spcPct val="100000"/>
              </a:lnSpc>
              <a:buNone/>
              <a:defRPr lang="en-US" sz="1800" b="0" u="none" strike="noStrike">
                <a:solidFill>
                  <a:schemeClr val="dk1"/>
                </a:solidFill>
                <a:effectLst/>
                <a:uFillTx/>
                <a:latin typeface="Trebuchet MS"/>
              </a:defRPr>
            </a:lvl1pPr>
          </a:lstStyle>
          <a:p>
            <a:pPr indent="0" algn="ctr" defTabSz="457200">
              <a:lnSpc>
                <a:spcPct val="100000"/>
              </a:lnSpc>
              <a:buNone/>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268" name="PlaceHolder 2"/>
          <p:cNvSpPr>
            <a:spLocks noGrp="1"/>
          </p:cNvSpPr>
          <p:nvPr>
            <p:ph type="body"/>
          </p:nvPr>
        </p:nvSpPr>
        <p:spPr>
          <a:xfrm>
            <a:off x="3115800" y="2555640"/>
            <a:ext cx="1484640" cy="1279800"/>
          </a:xfrm>
          <a:prstGeom prst="rect">
            <a:avLst/>
          </a:prstGeom>
          <a:noFill/>
          <a:ln w="0">
            <a:noFill/>
          </a:ln>
        </p:spPr>
        <p:txBody>
          <a:bodyPr lIns="90000" tIns="45000" rIns="90000" bIns="45000" anchor="ctr">
            <a:noAutofit/>
          </a:bodyPr>
          <a:lstStyle>
            <a:lvl1pPr indent="0" algn="ctr" defTabSz="457200">
              <a:lnSpc>
                <a:spcPct val="100000"/>
              </a:lnSpc>
              <a:buNone/>
              <a:defRPr lang="en-US" sz="1800" b="0" u="none" strike="noStrike">
                <a:solidFill>
                  <a:schemeClr val="dk1"/>
                </a:solidFill>
                <a:effectLst/>
                <a:uFillTx/>
                <a:latin typeface="Trebuchet MS"/>
              </a:defRPr>
            </a:lvl1pPr>
          </a:lstStyle>
          <a:p>
            <a:pPr indent="0" algn="ctr" defTabSz="457200">
              <a:lnSpc>
                <a:spcPct val="100000"/>
              </a:lnSpc>
              <a:buNone/>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269" name="PlaceHolder 3"/>
          <p:cNvSpPr>
            <a:spLocks noGrp="1"/>
          </p:cNvSpPr>
          <p:nvPr>
            <p:ph type="body"/>
          </p:nvPr>
        </p:nvSpPr>
        <p:spPr>
          <a:xfrm>
            <a:off x="7602480" y="2555640"/>
            <a:ext cx="1484640" cy="1279800"/>
          </a:xfrm>
          <a:prstGeom prst="rect">
            <a:avLst/>
          </a:prstGeom>
          <a:noFill/>
          <a:ln w="0">
            <a:noFill/>
          </a:ln>
        </p:spPr>
        <p:txBody>
          <a:bodyPr lIns="90000" tIns="45000" rIns="90000" bIns="45000" anchor="ctr">
            <a:noAutofit/>
          </a:bodyPr>
          <a:lstStyle>
            <a:lvl1pPr indent="0" algn="ctr" defTabSz="457200">
              <a:lnSpc>
                <a:spcPct val="100000"/>
              </a:lnSpc>
              <a:buNone/>
              <a:defRPr lang="en-US" sz="1800" b="0" u="none" strike="noStrike">
                <a:solidFill>
                  <a:schemeClr val="dk1"/>
                </a:solidFill>
                <a:effectLst/>
                <a:uFillTx/>
                <a:latin typeface="Trebuchet MS"/>
              </a:defRPr>
            </a:lvl1pPr>
          </a:lstStyle>
          <a:p>
            <a:pPr indent="0" algn="ctr" defTabSz="457200">
              <a:lnSpc>
                <a:spcPct val="100000"/>
              </a:lnSpc>
              <a:buNone/>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270" name="PlaceHolder 4"/>
          <p:cNvSpPr>
            <a:spLocks noGrp="1"/>
          </p:cNvSpPr>
          <p:nvPr>
            <p:ph type="body"/>
          </p:nvPr>
        </p:nvSpPr>
        <p:spPr>
          <a:xfrm>
            <a:off x="9839880" y="2555640"/>
            <a:ext cx="1484640" cy="1279800"/>
          </a:xfrm>
          <a:prstGeom prst="rect">
            <a:avLst/>
          </a:prstGeom>
          <a:noFill/>
          <a:ln w="0">
            <a:noFill/>
          </a:ln>
        </p:spPr>
        <p:txBody>
          <a:bodyPr lIns="90000" tIns="45000" rIns="90000" bIns="45000" anchor="ctr">
            <a:noAutofit/>
          </a:bodyPr>
          <a:lstStyle>
            <a:lvl1pPr indent="0" algn="ctr" defTabSz="457200">
              <a:lnSpc>
                <a:spcPct val="100000"/>
              </a:lnSpc>
              <a:buNone/>
              <a:defRPr lang="en-US" sz="1800" b="0" u="none" strike="noStrike">
                <a:solidFill>
                  <a:schemeClr val="dk1"/>
                </a:solidFill>
                <a:effectLst/>
                <a:uFillTx/>
                <a:latin typeface="Trebuchet MS"/>
              </a:defRPr>
            </a:lvl1pPr>
          </a:lstStyle>
          <a:p>
            <a:pPr indent="0" algn="ctr" defTabSz="457200">
              <a:lnSpc>
                <a:spcPct val="100000"/>
              </a:lnSpc>
              <a:buNone/>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271" name="PlaceHolder 5"/>
          <p:cNvSpPr>
            <a:spLocks noGrp="1"/>
          </p:cNvSpPr>
          <p:nvPr>
            <p:ph type="title"/>
          </p:nvPr>
        </p:nvSpPr>
        <p:spPr>
          <a:xfrm>
            <a:off x="432000" y="647640"/>
            <a:ext cx="11339640" cy="699840"/>
          </a:xfrm>
          <a:prstGeom prst="rect">
            <a:avLst/>
          </a:prstGeom>
          <a:noFill/>
          <a:ln w="0">
            <a:noFill/>
          </a:ln>
        </p:spPr>
        <p:txBody>
          <a:bodyPr lIns="91440" tIns="45720" rIns="91440" bIns="45720" anchor="ctr">
            <a:noAutofit/>
          </a:bodyPr>
          <a:lstStyle>
            <a:lvl1pPr indent="0" algn="ctr" defTabSz="457200">
              <a:lnSpc>
                <a:spcPct val="100000"/>
              </a:lnSpc>
              <a:buNone/>
              <a:defRPr lang="en-US" sz="4800" b="1" u="none" strike="noStrike">
                <a:solidFill>
                  <a:schemeClr val="dk1"/>
                </a:solidFill>
                <a:effectLst/>
                <a:uFillTx/>
                <a:latin typeface="Trebuchet MS"/>
              </a:defRPr>
            </a:lvl1pPr>
          </a:lstStyle>
          <a:p>
            <a:pPr indent="0" algn="ctr" defTabSz="457200">
              <a:lnSpc>
                <a:spcPct val="100000"/>
              </a:lnSpc>
              <a:buNone/>
            </a:pPr>
            <a:r>
              <a:rPr lang="en-US" sz="4800" b="1" u="none" strike="noStrike">
                <a:solidFill>
                  <a:schemeClr val="dk1"/>
                </a:solidFill>
                <a:effectLst/>
                <a:uFillTx/>
                <a:latin typeface="Trebuchet MS"/>
              </a:rPr>
              <a:t>Click to edit Master title style</a:t>
            </a:r>
            <a:endParaRPr lang="en-US" sz="4800" b="0" u="none" strike="noStrike">
              <a:solidFill>
                <a:schemeClr val="accent1"/>
              </a:solidFill>
              <a:effectLst/>
              <a:uFillTx/>
              <a:latin typeface="Trebuchet MS"/>
            </a:endParaRPr>
          </a:p>
        </p:txBody>
      </p:sp>
      <p:sp>
        <p:nvSpPr>
          <p:cNvPr id="272" name="Hexagon 8"/>
          <p:cNvSpPr/>
          <p:nvPr/>
        </p:nvSpPr>
        <p:spPr>
          <a:xfrm>
            <a:off x="546840" y="3467520"/>
            <a:ext cx="457920" cy="39456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273" name="Hexagon 9"/>
          <p:cNvSpPr/>
          <p:nvPr/>
        </p:nvSpPr>
        <p:spPr>
          <a:xfrm>
            <a:off x="11113200" y="2394720"/>
            <a:ext cx="358200" cy="30852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274" name="Hexagon 10"/>
          <p:cNvSpPr/>
          <p:nvPr/>
        </p:nvSpPr>
        <p:spPr>
          <a:xfrm>
            <a:off x="10882800" y="2202120"/>
            <a:ext cx="230400" cy="19836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275" name="PlaceHolder 6"/>
          <p:cNvSpPr>
            <a:spLocks noGrp="1"/>
          </p:cNvSpPr>
          <p:nvPr>
            <p:ph type="body"/>
          </p:nvPr>
        </p:nvSpPr>
        <p:spPr>
          <a:xfrm>
            <a:off x="546840" y="417276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276" name="PlaceHolder 7"/>
          <p:cNvSpPr>
            <a:spLocks noGrp="1"/>
          </p:cNvSpPr>
          <p:nvPr>
            <p:ph type="body"/>
          </p:nvPr>
        </p:nvSpPr>
        <p:spPr>
          <a:xfrm>
            <a:off x="556560" y="458820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277" name="PlaceHolder 8"/>
          <p:cNvSpPr>
            <a:spLocks noGrp="1"/>
          </p:cNvSpPr>
          <p:nvPr>
            <p:ph type="body"/>
          </p:nvPr>
        </p:nvSpPr>
        <p:spPr>
          <a:xfrm>
            <a:off x="2789640" y="417276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278" name="PlaceHolder 9"/>
          <p:cNvSpPr>
            <a:spLocks noGrp="1"/>
          </p:cNvSpPr>
          <p:nvPr>
            <p:ph type="body"/>
          </p:nvPr>
        </p:nvSpPr>
        <p:spPr>
          <a:xfrm>
            <a:off x="2789640" y="458820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279" name="PlaceHolder 10"/>
          <p:cNvSpPr>
            <a:spLocks noGrp="1"/>
          </p:cNvSpPr>
          <p:nvPr>
            <p:ph type="body"/>
          </p:nvPr>
        </p:nvSpPr>
        <p:spPr>
          <a:xfrm>
            <a:off x="5032440" y="417276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280" name="PlaceHolder 11"/>
          <p:cNvSpPr>
            <a:spLocks noGrp="1"/>
          </p:cNvSpPr>
          <p:nvPr>
            <p:ph type="body"/>
          </p:nvPr>
        </p:nvSpPr>
        <p:spPr>
          <a:xfrm>
            <a:off x="5029200" y="458820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281" name="PlaceHolder 12"/>
          <p:cNvSpPr>
            <a:spLocks noGrp="1"/>
          </p:cNvSpPr>
          <p:nvPr>
            <p:ph type="body"/>
          </p:nvPr>
        </p:nvSpPr>
        <p:spPr>
          <a:xfrm>
            <a:off x="7275240" y="417276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282" name="PlaceHolder 13"/>
          <p:cNvSpPr>
            <a:spLocks noGrp="1"/>
          </p:cNvSpPr>
          <p:nvPr>
            <p:ph type="body"/>
          </p:nvPr>
        </p:nvSpPr>
        <p:spPr>
          <a:xfrm>
            <a:off x="7275240" y="458820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283" name="PlaceHolder 14"/>
          <p:cNvSpPr>
            <a:spLocks noGrp="1"/>
          </p:cNvSpPr>
          <p:nvPr>
            <p:ph type="body"/>
          </p:nvPr>
        </p:nvSpPr>
        <p:spPr>
          <a:xfrm>
            <a:off x="9518040" y="417276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284" name="PlaceHolder 15"/>
          <p:cNvSpPr>
            <a:spLocks noGrp="1"/>
          </p:cNvSpPr>
          <p:nvPr>
            <p:ph type="body"/>
          </p:nvPr>
        </p:nvSpPr>
        <p:spPr>
          <a:xfrm>
            <a:off x="9518040" y="458820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285" name="PlaceHolder 16"/>
          <p:cNvSpPr>
            <a:spLocks noGrp="1"/>
          </p:cNvSpPr>
          <p:nvPr>
            <p:ph type="body"/>
          </p:nvPr>
        </p:nvSpPr>
        <p:spPr>
          <a:xfrm>
            <a:off x="878400" y="2555640"/>
            <a:ext cx="1484640" cy="127980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am">
    <p:bg>
      <p:bgPr>
        <a:solidFill>
          <a:srgbClr val="FFFFFF"/>
        </a:solidFill>
      </p:bgPr>
    </p:bg>
    <p:spTree>
      <p:nvGrpSpPr>
        <p:cNvPr id="1" name=""/>
        <p:cNvGrpSpPr/>
        <p:nvPr/>
      </p:nvGrpSpPr>
      <p:grpSpPr>
        <a:xfrm>
          <a:off x="0" y="0"/>
          <a:ext cx="0" cy="0"/>
          <a:chOff x="0" y="0"/>
          <a:chExt cx="0" cy="0"/>
        </a:xfrm>
      </p:grpSpPr>
      <p:grpSp>
        <p:nvGrpSpPr>
          <p:cNvPr id="286" name="Group 43"/>
          <p:cNvGrpSpPr/>
          <p:nvPr/>
        </p:nvGrpSpPr>
        <p:grpSpPr>
          <a:xfrm>
            <a:off x="0" y="-8640"/>
            <a:ext cx="12191760" cy="6866640"/>
            <a:chOff x="0" y="-8640"/>
            <a:chExt cx="12191760" cy="6866640"/>
          </a:xfrm>
        </p:grpSpPr>
        <p:cxnSp>
          <p:nvCxnSpPr>
            <p:cNvPr id="287"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288"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25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6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3D7D501A-D574-4F68-BE0A-CC7FAC2DFF45}"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26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26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FA91D575-BD2C-4D13-8CFE-79E9EF90CE66}"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sp>
        <p:nvSpPr>
          <p:cNvPr id="289" name="PlaceHolder 1"/>
          <p:cNvSpPr>
            <a:spLocks noGrp="1"/>
          </p:cNvSpPr>
          <p:nvPr>
            <p:ph type="body"/>
          </p:nvPr>
        </p:nvSpPr>
        <p:spPr>
          <a:xfrm>
            <a:off x="5353560" y="2555640"/>
            <a:ext cx="1484640" cy="1279800"/>
          </a:xfrm>
          <a:prstGeom prst="rect">
            <a:avLst/>
          </a:prstGeom>
          <a:noFill/>
          <a:ln w="0">
            <a:noFill/>
          </a:ln>
        </p:spPr>
        <p:txBody>
          <a:bodyPr lIns="90000" tIns="45000" rIns="90000" bIns="45000" anchor="ctr">
            <a:noAutofit/>
          </a:bodyPr>
          <a:lstStyle>
            <a:lvl1pPr indent="0" algn="ctr" defTabSz="457200">
              <a:lnSpc>
                <a:spcPct val="100000"/>
              </a:lnSpc>
              <a:buNone/>
              <a:defRPr lang="en-US" sz="1800" b="0" u="none" strike="noStrike">
                <a:solidFill>
                  <a:schemeClr val="dk1"/>
                </a:solidFill>
                <a:effectLst/>
                <a:uFillTx/>
                <a:latin typeface="Trebuchet MS"/>
              </a:defRPr>
            </a:lvl1pPr>
          </a:lstStyle>
          <a:p>
            <a:pPr indent="0" algn="ctr" defTabSz="457200">
              <a:lnSpc>
                <a:spcPct val="100000"/>
              </a:lnSpc>
              <a:buNone/>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290" name="PlaceHolder 2"/>
          <p:cNvSpPr>
            <a:spLocks noGrp="1"/>
          </p:cNvSpPr>
          <p:nvPr>
            <p:ph type="body"/>
          </p:nvPr>
        </p:nvSpPr>
        <p:spPr>
          <a:xfrm>
            <a:off x="3115800" y="2555640"/>
            <a:ext cx="1484640" cy="1279800"/>
          </a:xfrm>
          <a:prstGeom prst="rect">
            <a:avLst/>
          </a:prstGeom>
          <a:noFill/>
          <a:ln w="0">
            <a:noFill/>
          </a:ln>
        </p:spPr>
        <p:txBody>
          <a:bodyPr lIns="90000" tIns="45000" rIns="90000" bIns="45000" anchor="ctr">
            <a:noAutofit/>
          </a:bodyPr>
          <a:lstStyle>
            <a:lvl1pPr indent="0" algn="ctr" defTabSz="457200">
              <a:lnSpc>
                <a:spcPct val="100000"/>
              </a:lnSpc>
              <a:buNone/>
              <a:defRPr lang="en-US" sz="1800" b="0" u="none" strike="noStrike">
                <a:solidFill>
                  <a:schemeClr val="dk1"/>
                </a:solidFill>
                <a:effectLst/>
                <a:uFillTx/>
                <a:latin typeface="Trebuchet MS"/>
              </a:defRPr>
            </a:lvl1pPr>
          </a:lstStyle>
          <a:p>
            <a:pPr indent="0" algn="ctr" defTabSz="457200">
              <a:lnSpc>
                <a:spcPct val="100000"/>
              </a:lnSpc>
              <a:buNone/>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291" name="PlaceHolder 3"/>
          <p:cNvSpPr>
            <a:spLocks noGrp="1"/>
          </p:cNvSpPr>
          <p:nvPr>
            <p:ph type="body"/>
          </p:nvPr>
        </p:nvSpPr>
        <p:spPr>
          <a:xfrm>
            <a:off x="7602480" y="2555640"/>
            <a:ext cx="1484640" cy="1279800"/>
          </a:xfrm>
          <a:prstGeom prst="rect">
            <a:avLst/>
          </a:prstGeom>
          <a:noFill/>
          <a:ln w="0">
            <a:noFill/>
          </a:ln>
        </p:spPr>
        <p:txBody>
          <a:bodyPr lIns="90000" tIns="45000" rIns="90000" bIns="45000" anchor="ctr">
            <a:noAutofit/>
          </a:bodyPr>
          <a:lstStyle>
            <a:lvl1pPr indent="0" algn="ctr" defTabSz="457200">
              <a:lnSpc>
                <a:spcPct val="100000"/>
              </a:lnSpc>
              <a:buNone/>
              <a:defRPr lang="en-US" sz="1800" b="0" u="none" strike="noStrike">
                <a:solidFill>
                  <a:schemeClr val="dk1"/>
                </a:solidFill>
                <a:effectLst/>
                <a:uFillTx/>
                <a:latin typeface="Trebuchet MS"/>
              </a:defRPr>
            </a:lvl1pPr>
          </a:lstStyle>
          <a:p>
            <a:pPr indent="0" algn="ctr" defTabSz="457200">
              <a:lnSpc>
                <a:spcPct val="100000"/>
              </a:lnSpc>
              <a:buNone/>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292" name="PlaceHolder 4"/>
          <p:cNvSpPr>
            <a:spLocks noGrp="1"/>
          </p:cNvSpPr>
          <p:nvPr>
            <p:ph type="body"/>
          </p:nvPr>
        </p:nvSpPr>
        <p:spPr>
          <a:xfrm>
            <a:off x="9839880" y="2555640"/>
            <a:ext cx="1484640" cy="1279800"/>
          </a:xfrm>
          <a:prstGeom prst="rect">
            <a:avLst/>
          </a:prstGeom>
          <a:noFill/>
          <a:ln w="0">
            <a:noFill/>
          </a:ln>
        </p:spPr>
        <p:txBody>
          <a:bodyPr lIns="90000" tIns="45000" rIns="90000" bIns="45000" anchor="ctr">
            <a:noAutofit/>
          </a:bodyPr>
          <a:lstStyle>
            <a:lvl1pPr indent="0" algn="ctr" defTabSz="457200">
              <a:lnSpc>
                <a:spcPct val="100000"/>
              </a:lnSpc>
              <a:buNone/>
              <a:defRPr lang="en-US" sz="1800" b="0" u="none" strike="noStrike">
                <a:solidFill>
                  <a:schemeClr val="dk1"/>
                </a:solidFill>
                <a:effectLst/>
                <a:uFillTx/>
                <a:latin typeface="Trebuchet MS"/>
              </a:defRPr>
            </a:lvl1pPr>
          </a:lstStyle>
          <a:p>
            <a:pPr indent="0" algn="ctr" defTabSz="457200">
              <a:lnSpc>
                <a:spcPct val="100000"/>
              </a:lnSpc>
              <a:buNone/>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293" name="PlaceHolder 5"/>
          <p:cNvSpPr>
            <a:spLocks noGrp="1"/>
          </p:cNvSpPr>
          <p:nvPr>
            <p:ph type="title"/>
          </p:nvPr>
        </p:nvSpPr>
        <p:spPr>
          <a:xfrm>
            <a:off x="432000" y="647640"/>
            <a:ext cx="11339640" cy="699840"/>
          </a:xfrm>
          <a:prstGeom prst="rect">
            <a:avLst/>
          </a:prstGeom>
          <a:noFill/>
          <a:ln w="0">
            <a:noFill/>
          </a:ln>
        </p:spPr>
        <p:txBody>
          <a:bodyPr lIns="91440" tIns="45720" rIns="91440" bIns="45720" anchor="ctr">
            <a:noAutofit/>
          </a:bodyPr>
          <a:lstStyle>
            <a:lvl1pPr indent="0" algn="ctr" defTabSz="457200">
              <a:lnSpc>
                <a:spcPct val="100000"/>
              </a:lnSpc>
              <a:buNone/>
              <a:defRPr lang="en-US" sz="4800" b="1" u="none" strike="noStrike">
                <a:solidFill>
                  <a:schemeClr val="dk1"/>
                </a:solidFill>
                <a:effectLst/>
                <a:uFillTx/>
                <a:latin typeface="Trebuchet MS"/>
              </a:defRPr>
            </a:lvl1pPr>
          </a:lstStyle>
          <a:p>
            <a:pPr indent="0" algn="ctr" defTabSz="457200">
              <a:lnSpc>
                <a:spcPct val="100000"/>
              </a:lnSpc>
              <a:buNone/>
            </a:pPr>
            <a:r>
              <a:rPr lang="en-US" sz="4800" b="1" u="none" strike="noStrike">
                <a:solidFill>
                  <a:schemeClr val="dk1"/>
                </a:solidFill>
                <a:effectLst/>
                <a:uFillTx/>
                <a:latin typeface="Trebuchet MS"/>
              </a:rPr>
              <a:t>Click to edit Master title style</a:t>
            </a:r>
            <a:endParaRPr lang="en-US" sz="4800" b="0" u="none" strike="noStrike">
              <a:solidFill>
                <a:schemeClr val="accent1"/>
              </a:solidFill>
              <a:effectLst/>
              <a:uFillTx/>
              <a:latin typeface="Trebuchet MS"/>
            </a:endParaRPr>
          </a:p>
        </p:txBody>
      </p:sp>
      <p:sp>
        <p:nvSpPr>
          <p:cNvPr id="272" name="Hexagon 8"/>
          <p:cNvSpPr/>
          <p:nvPr/>
        </p:nvSpPr>
        <p:spPr>
          <a:xfrm>
            <a:off x="546840" y="3467520"/>
            <a:ext cx="457920" cy="39456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273" name="Hexagon 9"/>
          <p:cNvSpPr/>
          <p:nvPr/>
        </p:nvSpPr>
        <p:spPr>
          <a:xfrm>
            <a:off x="11113200" y="2394720"/>
            <a:ext cx="358200" cy="30852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274" name="Hexagon 10"/>
          <p:cNvSpPr/>
          <p:nvPr/>
        </p:nvSpPr>
        <p:spPr>
          <a:xfrm>
            <a:off x="10882800" y="2202120"/>
            <a:ext cx="230400" cy="19836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294" name="PlaceHolder 6"/>
          <p:cNvSpPr>
            <a:spLocks noGrp="1"/>
          </p:cNvSpPr>
          <p:nvPr>
            <p:ph type="body"/>
          </p:nvPr>
        </p:nvSpPr>
        <p:spPr>
          <a:xfrm>
            <a:off x="546840" y="417276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295" name="PlaceHolder 7"/>
          <p:cNvSpPr>
            <a:spLocks noGrp="1"/>
          </p:cNvSpPr>
          <p:nvPr>
            <p:ph type="body"/>
          </p:nvPr>
        </p:nvSpPr>
        <p:spPr>
          <a:xfrm>
            <a:off x="556560" y="458820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296" name="PlaceHolder 8"/>
          <p:cNvSpPr>
            <a:spLocks noGrp="1"/>
          </p:cNvSpPr>
          <p:nvPr>
            <p:ph type="body"/>
          </p:nvPr>
        </p:nvSpPr>
        <p:spPr>
          <a:xfrm>
            <a:off x="2789640" y="417276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297" name="PlaceHolder 9"/>
          <p:cNvSpPr>
            <a:spLocks noGrp="1"/>
          </p:cNvSpPr>
          <p:nvPr>
            <p:ph type="body"/>
          </p:nvPr>
        </p:nvSpPr>
        <p:spPr>
          <a:xfrm>
            <a:off x="2789640" y="458820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298" name="PlaceHolder 10"/>
          <p:cNvSpPr>
            <a:spLocks noGrp="1"/>
          </p:cNvSpPr>
          <p:nvPr>
            <p:ph type="body"/>
          </p:nvPr>
        </p:nvSpPr>
        <p:spPr>
          <a:xfrm>
            <a:off x="5032440" y="417276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299" name="PlaceHolder 11"/>
          <p:cNvSpPr>
            <a:spLocks noGrp="1"/>
          </p:cNvSpPr>
          <p:nvPr>
            <p:ph type="body"/>
          </p:nvPr>
        </p:nvSpPr>
        <p:spPr>
          <a:xfrm>
            <a:off x="5029200" y="458820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300" name="PlaceHolder 12"/>
          <p:cNvSpPr>
            <a:spLocks noGrp="1"/>
          </p:cNvSpPr>
          <p:nvPr>
            <p:ph type="body"/>
          </p:nvPr>
        </p:nvSpPr>
        <p:spPr>
          <a:xfrm>
            <a:off x="7275240" y="417276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301" name="PlaceHolder 13"/>
          <p:cNvSpPr>
            <a:spLocks noGrp="1"/>
          </p:cNvSpPr>
          <p:nvPr>
            <p:ph type="body"/>
          </p:nvPr>
        </p:nvSpPr>
        <p:spPr>
          <a:xfrm>
            <a:off x="7275240" y="458820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302" name="PlaceHolder 14"/>
          <p:cNvSpPr>
            <a:spLocks noGrp="1"/>
          </p:cNvSpPr>
          <p:nvPr>
            <p:ph type="body"/>
          </p:nvPr>
        </p:nvSpPr>
        <p:spPr>
          <a:xfrm>
            <a:off x="9518040" y="417276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303" name="PlaceHolder 15"/>
          <p:cNvSpPr>
            <a:spLocks noGrp="1"/>
          </p:cNvSpPr>
          <p:nvPr>
            <p:ph type="body"/>
          </p:nvPr>
        </p:nvSpPr>
        <p:spPr>
          <a:xfrm>
            <a:off x="9518040" y="4588200"/>
            <a:ext cx="2139480" cy="34380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304" name="PlaceHolder 16"/>
          <p:cNvSpPr>
            <a:spLocks noGrp="1"/>
          </p:cNvSpPr>
          <p:nvPr>
            <p:ph type="body"/>
          </p:nvPr>
        </p:nvSpPr>
        <p:spPr>
          <a:xfrm>
            <a:off x="878400" y="2555640"/>
            <a:ext cx="1484640" cy="127980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
</Relationships>
</file>

<file path=ppt/slideMasters/_rels/slideMaster9.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5" Type="http://schemas.openxmlformats.org/officeDocument/2006/relationships/slideLayout" Target="../slideLayouts/slideLayout21.xml"/><Relationship Id="rId6" Type="http://schemas.openxmlformats.org/officeDocument/2006/relationships/slideLayout" Target="../slideLayouts/slideLayout2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 name="Group 43"/>
          <p:cNvGrpSpPr/>
          <p:nvPr/>
        </p:nvGrpSpPr>
        <p:grpSpPr>
          <a:xfrm>
            <a:off x="0" y="-8640"/>
            <a:ext cx="12191760" cy="6866640"/>
            <a:chOff x="0" y="-8640"/>
            <a:chExt cx="12191760" cy="6866640"/>
          </a:xfrm>
        </p:grpSpPr>
        <p:cxnSp>
          <p:nvCxnSpPr>
            <p:cNvPr id="3" name="Straight Connector 19"/>
            <p:cNvCxnSpPr/>
            <p:nvPr/>
          </p:nvCxnSpPr>
          <p:spPr>
            <a:xfrm>
              <a:off x="9370800" y="0"/>
              <a:ext cx="1219680" cy="6858360"/>
            </a:xfrm>
            <a:prstGeom prst="straightConnector1">
              <a:avLst/>
            </a:prstGeom>
            <a:ln cap="rnd" w="9525">
              <a:solidFill>
                <a:schemeClr val="accent1">
                  <a:alpha val="70000"/>
                </a:schemeClr>
              </a:solidFill>
              <a:round/>
            </a:ln>
          </p:spPr>
        </p:cxnSp>
        <p:cxnSp>
          <p:nvCxnSpPr>
            <p:cNvPr id="4" name="Straight Connector 20"/>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3" name="Date Placeholder 3" hidden="1"/>
          <p:cNvSpPr/>
          <p:nvPr/>
        </p:nvSpPr>
        <p:spPr>
          <a:xfrm>
            <a:off x="660240" y="6378840"/>
            <a:ext cx="27428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F20E1E6A-171C-4210-99D6-0A3ECFEEC6B0}" type="datetime1">
              <a:rPr lang="en-US" sz="1100" b="0" u="none" strike="noStrike">
                <a:solidFill>
                  <a:schemeClr val="accent2"/>
                </a:solidFill>
                <a:effectLst/>
                <a:uFillTx/>
                <a:latin typeface="Trebuchet MS"/>
              </a:rPr>
              <a:t>09/16/2026</a:t>
            </a:fld>
            <a:endParaRPr lang="en-US" sz="1100" b="0" u="none" strike="noStrike">
              <a:solidFill>
                <a:srgbClr val="000000"/>
              </a:solidFill>
              <a:effectLst/>
              <a:uFillTx/>
              <a:latin typeface="Arial"/>
            </a:endParaRPr>
          </a:p>
        </p:txBody>
      </p:sp>
      <p:sp>
        <p:nvSpPr>
          <p:cNvPr id="14" name="Footer Placeholder 4" hidden="1"/>
          <p:cNvSpPr/>
          <p:nvPr/>
        </p:nvSpPr>
        <p:spPr>
          <a:xfrm>
            <a:off x="1445400" y="6378840"/>
            <a:ext cx="4114440" cy="36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US" sz="1100" b="0" u="none" strike="noStrike">
              <a:solidFill>
                <a:srgbClr val="000000"/>
              </a:solidFill>
              <a:effectLst/>
              <a:uFillTx/>
              <a:latin typeface="Arial"/>
            </a:endParaRPr>
          </a:p>
        </p:txBody>
      </p:sp>
      <p:sp>
        <p:nvSpPr>
          <p:cNvPr id="15" name="Slide Number Placeholder 5" hidden="1"/>
          <p:cNvSpPr/>
          <p:nvPr/>
        </p:nvSpPr>
        <p:spPr>
          <a:xfrm>
            <a:off x="8805240" y="6378840"/>
            <a:ext cx="2742840" cy="3646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8E9376FD-2CC6-4F05-9F29-2C1476E31960}" type="slidenum">
              <a:rPr lang="en-US" sz="1100" b="0" u="none" strike="noStrike">
                <a:solidFill>
                  <a:schemeClr val="accent4"/>
                </a:solidFill>
                <a:effectLst/>
                <a:uFillTx/>
                <a:latin typeface="Trebuchet MS"/>
              </a:rPr>
              <a:t>&lt;number&gt;</a:t>
            </a:fld>
            <a:endParaRPr lang="en-US" sz="1100" b="0" u="none" strike="noStrike">
              <a:solidFill>
                <a:srgbClr val="000000"/>
              </a:solidFill>
              <a:effectLst/>
              <a:uFillTx/>
              <a:latin typeface="Arial"/>
            </a:endParaRPr>
          </a:p>
        </p:txBody>
      </p:sp>
      <p:grpSp>
        <p:nvGrpSpPr>
          <p:cNvPr id="16" name="Group 15"/>
          <p:cNvGrpSpPr/>
          <p:nvPr/>
        </p:nvGrpSpPr>
        <p:grpSpPr>
          <a:xfrm>
            <a:off x="0" y="-8640"/>
            <a:ext cx="12191760" cy="6866640"/>
            <a:chOff x="0" y="-8640"/>
            <a:chExt cx="12191760" cy="6866640"/>
          </a:xfrm>
        </p:grpSpPr>
        <p:sp>
          <p:nvSpPr>
            <p:cNvPr id="17" name="Freeform 14"/>
            <p:cNvSpPr/>
            <p:nvPr/>
          </p:nvSpPr>
          <p:spPr>
            <a:xfrm>
              <a:off x="0" y="-7920"/>
              <a:ext cx="863280" cy="5697720"/>
            </a:xfrm>
            <a:custGeom>
              <a:avLst/>
              <a:gdLst>
                <a:gd name="textAreaLeft" fmla="*/ 0 w 863280"/>
                <a:gd name="textAreaRight" fmla="*/ 863640 w 863280"/>
                <a:gd name="textAreaTop" fmla="*/ 0 h 5697720"/>
                <a:gd name="textAreaBottom" fmla="*/ 5698080 h 5697720"/>
              </a:gdLst>
              <a:ahLst/>
              <a:cxnLst/>
              <a:rect l="textAreaLeft" t="textAreaTop" r="textAreaRight" b="textAreaBottom"/>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cxnSp>
          <p:nvCxnSpPr>
            <p:cNvPr id="18" name="Straight Connector 18"/>
            <p:cNvCxnSpPr/>
            <p:nvPr/>
          </p:nvCxnSpPr>
          <p:spPr>
            <a:xfrm>
              <a:off x="9370800" y="0"/>
              <a:ext cx="1219680" cy="6858360"/>
            </a:xfrm>
            <a:prstGeom prst="straightConnector1">
              <a:avLst/>
            </a:prstGeom>
            <a:ln cap="rnd" w="9525">
              <a:solidFill>
                <a:schemeClr val="accent1">
                  <a:alpha val="70000"/>
                </a:schemeClr>
              </a:solidFill>
              <a:round/>
            </a:ln>
          </p:spPr>
        </p:cxnSp>
        <p:cxnSp>
          <p:nvCxnSpPr>
            <p:cNvPr id="19" name="Straight Connector 19"/>
            <p:cNvCxnSpPr/>
            <p:nvPr/>
          </p:nvCxnSpPr>
          <p:spPr>
            <a:xfrm flipH="1">
              <a:off x="7425000" y="3681360"/>
              <a:ext cx="4763880" cy="3177000"/>
            </a:xfrm>
            <a:prstGeom prst="straightConnector1">
              <a:avLst/>
            </a:prstGeom>
            <a:ln cap="rnd" w="9525">
              <a:solidFill>
                <a:schemeClr val="accent1">
                  <a:alpha val="70000"/>
                </a:schemeClr>
              </a:solidFill>
              <a:round/>
            </a:ln>
          </p:spPr>
        </p:cxnSp>
        <p:sp>
          <p:nvSpPr>
            <p:cNvPr id="20"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 name="Isosceles Triangle 22"/>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 name="Isosceles Triangle 26"/>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7" name="PlaceHolder 1"/>
          <p:cNvSpPr>
            <a:spLocks noGrp="1"/>
          </p:cNvSpPr>
          <p:nvPr>
            <p:ph type="title"/>
          </p:nvPr>
        </p:nvSpPr>
        <p:spPr>
          <a:xfrm>
            <a:off x="1506960" y="2404440"/>
            <a:ext cx="7766640" cy="1645920"/>
          </a:xfrm>
          <a:prstGeom prst="rect">
            <a:avLst/>
          </a:prstGeom>
          <a:noFill/>
          <a:ln w="0">
            <a:noFill/>
          </a:ln>
        </p:spPr>
        <p:txBody>
          <a:bodyPr lIns="91440" tIns="45720" rIns="91440" bIns="45720" anchor="b">
            <a:noAutofit/>
          </a:bodyPr>
          <a:lstStyle>
            <a:lvl1pPr indent="0" algn="r" defTabSz="457200">
              <a:lnSpc>
                <a:spcPct val="100000"/>
              </a:lnSpc>
              <a:buNone/>
              <a:defRPr lang="en-US" sz="5400" b="0" u="none" strike="noStrike">
                <a:solidFill>
                  <a:schemeClr val="accent1"/>
                </a:solidFill>
                <a:effectLst/>
                <a:uFillTx/>
                <a:latin typeface="Trebuchet MS"/>
              </a:defRPr>
            </a:lvl1pPr>
          </a:lstStyle>
          <a:p>
            <a:pPr indent="0" algn="r" defTabSz="457200">
              <a:lnSpc>
                <a:spcPct val="100000"/>
              </a:lnSpc>
              <a:buNone/>
            </a:pPr>
            <a:r>
              <a:rPr lang="en-US" sz="5400" b="0" u="none" strike="noStrike">
                <a:solidFill>
                  <a:schemeClr val="accent1"/>
                </a:solidFill>
                <a:effectLst/>
                <a:uFillTx/>
                <a:latin typeface="Trebuchet MS"/>
              </a:rPr>
              <a:t>Click to edit Master title style</a:t>
            </a:r>
            <a:endParaRPr lang="en-US" sz="5400" b="0" u="none" strike="noStrike">
              <a:solidFill>
                <a:schemeClr val="accent1"/>
              </a:solidFill>
              <a:effectLst/>
              <a:uFillTx/>
              <a:latin typeface="Trebuchet MS"/>
            </a:endParaRPr>
          </a:p>
        </p:txBody>
      </p:sp>
      <p:sp>
        <p:nvSpPr>
          <p:cNvPr id="28" name="PlaceHolder 2"/>
          <p:cNvSpPr>
            <a:spLocks noGrp="1"/>
          </p:cNvSpPr>
          <p:nvPr>
            <p:ph type="dt" idx="1"/>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dk1">
                    <a:tint val="75000"/>
                  </a:schemeClr>
                </a:solidFill>
                <a:effectLst/>
                <a:uFillTx/>
                <a:latin typeface="Trebuchet MS"/>
              </a:defRPr>
            </a:lvl1pPr>
          </a:lstStyle>
          <a:p>
            <a:pPr indent="0" algn="r" defTabSz="457200">
              <a:lnSpc>
                <a:spcPct val="100000"/>
              </a:lnSpc>
              <a:buNone/>
            </a:pPr>
            <a:r>
              <a:rPr lang="en-US"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9" name="PlaceHolder 3"/>
          <p:cNvSpPr>
            <a:spLocks noGrp="1"/>
          </p:cNvSpPr>
          <p:nvPr>
            <p:ph type="ftr" idx="2"/>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0" name="PlaceHolder 4"/>
          <p:cNvSpPr>
            <a:spLocks noGrp="1"/>
          </p:cNvSpPr>
          <p:nvPr>
            <p:ph type="sldNum" idx="3"/>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en-US" sz="900" b="0" u="none" strike="noStrike">
                <a:solidFill>
                  <a:schemeClr val="accent1"/>
                </a:solidFill>
                <a:effectLst/>
                <a:uFillTx/>
                <a:latin typeface="Trebuchet MS"/>
              </a:defRPr>
            </a:lvl1pPr>
          </a:lstStyle>
          <a:p>
            <a:pPr indent="0" algn="r" defTabSz="457200">
              <a:lnSpc>
                <a:spcPct val="100000"/>
              </a:lnSpc>
              <a:buNone/>
            </a:pPr>
            <a:fld id="{77159C7E-A890-4B17-AC88-FE5D5CA98AFC}" type="slidenum">
              <a:rPr lang="en-US"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8" r:id="rId2"/>
    <p:sldLayoutId id="2147483669" r:id="rId3"/>
    <p:sldLayoutId id="2147483670" r:id="rId4"/>
    <p:sldLayoutId id="2147483671" r:id="rId5"/>
    <p:sldLayoutId id="2147483672"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8.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jpeg"/><Relationship Id="rId3" Type="http://schemas.openxmlformats.org/officeDocument/2006/relationships/slideLayout" Target="../slideLayouts/slideLayout20.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3.png"/><Relationship Id="rId3" Type="http://schemas.openxmlformats.org/officeDocument/2006/relationships/slideLayout" Target="../slideLayouts/slideLayout20.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0.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9.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6.png"/><Relationship Id="rId3" Type="http://schemas.openxmlformats.org/officeDocument/2006/relationships/slideLayout" Target="../slideLayouts/slideLayout20.xml"/>
</Relationships>
</file>

<file path=ppt/slides/_rels/slide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slideLayout" Target="../slideLayouts/slideLayout20.xml"/>
</Relationships>
</file>

<file path=ppt/slides/_rels/slide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9.png"/><Relationship Id="rId3" Type="http://schemas.openxmlformats.org/officeDocument/2006/relationships/slideLayout" Target="../slideLayouts/slideLayout20.xml"/>
</Relationships>
</file>

<file path=ppt/slides/_rels/slide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0.png"/><Relationship Id="rId3" Type="http://schemas.openxmlformats.org/officeDocument/2006/relationships/slideLayout" Target="../slideLayouts/slideLayout20.xml"/>
</Relationships>
</file>

<file path=ppt/slides/_rels/slide1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20.xml"/>
</Relationships>
</file>

<file path=ppt/slides/_rels/slide1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0.xml"/>
</Relationships>
</file>

<file path=ppt/slides/_rels/slide1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0.xml"/>
</Relationships>
</file>

<file path=ppt/slides/_rels/slide1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3.jpeg"/><Relationship Id="rId3" Type="http://schemas.openxmlformats.org/officeDocument/2006/relationships/slideLayout" Target="../slideLayouts/slideLayout20.xml"/>
</Relationships>
</file>

<file path=ppt/slides/_rels/slide1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p:nvPr>
        </p:nvSpPr>
        <p:spPr>
          <a:xfrm>
            <a:off x="-17640" y="3602520"/>
            <a:ext cx="6852600" cy="861120"/>
          </a:xfrm>
          <a:prstGeom prst="rect">
            <a:avLst/>
          </a:prstGeom>
          <a:noFill/>
          <a:ln w="0">
            <a:noFill/>
          </a:ln>
        </p:spPr>
        <p:txBody>
          <a:bodyPr lIns="91440" tIns="45720" rIns="91440" bIns="45720" anchor="t">
            <a:normAutofit fontScale="92500" lnSpcReduction="9999"/>
          </a:bodyPr>
          <a:p>
            <a:pPr marL="720000" indent="0" algn="l" defTabSz="457200">
              <a:lnSpc>
                <a:spcPct val="100000"/>
              </a:lnSpc>
              <a:spcBef>
                <a:spcPts val="1001"/>
              </a:spcBef>
              <a:buNone/>
              <a:tabLst>
                <a:tab pos="0" algn="l"/>
              </a:tabLst>
            </a:pPr>
            <a:r>
              <a:rPr lang="en-US" sz="2000" b="0" u="none" strike="noStrike">
                <a:solidFill>
                  <a:schemeClr val="dk1"/>
                </a:solidFill>
                <a:effectLst/>
                <a:uFillTx/>
                <a:latin typeface="Trebuchet MS"/>
              </a:rPr>
              <a:t>Student Name – Ankur Majumder</a:t>
            </a:r>
            <a:endParaRPr lang="en-US" sz="2000" b="0" u="none" strike="noStrike">
              <a:solidFill>
                <a:schemeClr val="dk1"/>
              </a:solidFill>
              <a:effectLst/>
              <a:uFillTx/>
              <a:latin typeface="Trebuchet MS"/>
            </a:endParaRPr>
          </a:p>
          <a:p>
            <a:pPr marL="720000" indent="0" algn="l" defTabSz="457200">
              <a:lnSpc>
                <a:spcPct val="100000"/>
              </a:lnSpc>
              <a:spcBef>
                <a:spcPts val="1001"/>
              </a:spcBef>
              <a:buNone/>
              <a:tabLst>
                <a:tab pos="0" algn="l"/>
              </a:tabLst>
            </a:pPr>
            <a:r>
              <a:rPr lang="en-US" sz="2000" b="0" u="none" strike="noStrike">
                <a:solidFill>
                  <a:schemeClr val="dk1"/>
                </a:solidFill>
                <a:effectLst/>
                <a:uFillTx/>
                <a:latin typeface="Trebuchet MS"/>
              </a:rPr>
              <a:t>College Name - University Institute of Technology, BU</a:t>
            </a:r>
            <a:endParaRPr lang="en-US" sz="2000" b="0" u="none" strike="noStrike">
              <a:solidFill>
                <a:schemeClr val="dk1"/>
              </a:solidFill>
              <a:effectLst/>
              <a:uFillTx/>
              <a:latin typeface="Trebuchet MS"/>
            </a:endParaRPr>
          </a:p>
        </p:txBody>
      </p:sp>
      <p:sp>
        <p:nvSpPr>
          <p:cNvPr id="466" name="PlaceHolder 2"/>
          <p:cNvSpPr>
            <a:spLocks noGrp="1"/>
          </p:cNvSpPr>
          <p:nvPr>
            <p:ph type="title"/>
          </p:nvPr>
        </p:nvSpPr>
        <p:spPr>
          <a:xfrm>
            <a:off x="678240" y="2844720"/>
            <a:ext cx="9151560" cy="743040"/>
          </a:xfrm>
          <a:prstGeom prst="rect">
            <a:avLst/>
          </a:prstGeom>
          <a:noFill/>
          <a:ln w="0">
            <a:noFill/>
          </a:ln>
        </p:spPr>
        <p:txBody>
          <a:bodyPr lIns="91440" tIns="45720" rIns="91440" bIns="45720" anchor="t">
            <a:normAutofit fontScale="85000" lnSpcReduction="9999"/>
          </a:bodyPr>
          <a:p>
            <a:pPr indent="0" algn="l" defTabSz="457200">
              <a:lnSpc>
                <a:spcPct val="100000"/>
              </a:lnSpc>
              <a:buNone/>
            </a:pPr>
            <a:r>
              <a:rPr lang="en-GB" sz="3200" b="0" u="none" strike="noStrike">
                <a:solidFill>
                  <a:schemeClr val="dk1"/>
                </a:solidFill>
                <a:effectLst/>
                <a:uFillTx/>
                <a:latin typeface="Trebuchet MS"/>
              </a:rPr>
              <a:t>Project Title - Seasonal Agriculture Performance Analysis</a:t>
            </a:r>
            <a:endParaRPr lang="en-US" sz="3200" b="0" u="none" strike="noStrike">
              <a:solidFill>
                <a:schemeClr val="dk1"/>
              </a:solidFill>
              <a:effectLst/>
              <a:uFillTx/>
              <a:latin typeface="Trebuchet MS"/>
            </a:endParaRPr>
          </a:p>
        </p:txBody>
      </p:sp>
      <p:sp>
        <p:nvSpPr>
          <p:cNvPr id="467" name="Text Placeholder 1"/>
          <p:cNvSpPr/>
          <p:nvPr/>
        </p:nvSpPr>
        <p:spPr>
          <a:xfrm>
            <a:off x="6400800" y="2793960"/>
            <a:ext cx="3311640" cy="861120"/>
          </a:xfrm>
          <a:prstGeom prst="rect">
            <a:avLst/>
          </a:prstGeom>
          <a:noFill/>
          <a:ln w="0">
            <a:noFill/>
          </a:ln>
        </p:spPr>
        <p:style>
          <a:lnRef idx="0"/>
          <a:fillRef idx="0"/>
          <a:effectRef idx="0"/>
          <a:fontRef idx="minor"/>
        </p:style>
        <p:txBody>
          <a:bodyPr anchor="t">
            <a:normAutofit/>
          </a:bodyPr>
          <a:p>
            <a:pPr defTabSz="457200">
              <a:lnSpc>
                <a:spcPct val="100000"/>
              </a:lnSpc>
              <a:spcBef>
                <a:spcPts val="1001"/>
              </a:spcBef>
              <a:tabLst>
                <a:tab pos="0" algn="l"/>
              </a:tabLst>
            </a:pPr>
            <a:endParaRPr lang="en-GB" sz="2400" b="1" u="none" strike="noStrike">
              <a:solidFill>
                <a:schemeClr val="accent4"/>
              </a:solidFill>
              <a:effectLst/>
              <a:uFillTx/>
              <a:latin typeface="Trebuchet MS"/>
            </a:endParaRPr>
          </a:p>
        </p:txBody>
      </p:sp>
      <p:pic>
        <p:nvPicPr>
          <p:cNvPr id="468" name="Picture 5"/>
          <p:cNvPicPr/>
          <p:nvPr/>
        </p:nvPicPr>
        <p:blipFill>
          <a:blip r:embed="rId1"/>
          <a:srcRect l="0" t="96170" r="0" b="0"/>
          <a:stretch/>
        </p:blipFill>
        <p:spPr>
          <a:xfrm>
            <a:off x="676080" y="6472080"/>
            <a:ext cx="2142720" cy="192600"/>
          </a:xfrm>
          <a:prstGeom prst="rect">
            <a:avLst/>
          </a:prstGeom>
          <a:noFill/>
          <a:ln w="0">
            <a:noFill/>
          </a:ln>
        </p:spPr>
      </p:pic>
      <p:sp>
        <p:nvSpPr>
          <p:cNvPr id="469" name="TextBox 2"/>
          <p:cNvSpPr/>
          <p:nvPr/>
        </p:nvSpPr>
        <p:spPr>
          <a:xfrm>
            <a:off x="728640" y="4576320"/>
            <a:ext cx="5672160" cy="364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chemeClr val="dk1"/>
                </a:solidFill>
                <a:effectLst/>
                <a:uFillTx/>
                <a:latin typeface="Trebuchet MS"/>
              </a:rPr>
              <a:t>AICTE STU ID : STU6a5f6a81933631784638081</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6" presetClass="entr" fill="hold" nodeType="clickEffect">
                                  <p:stCondLst>
                                    <p:cond delay="0"/>
                                  </p:stCondLst>
                                  <p:childTnLst>
                                    <p:set>
                                      <p:cBhvr>
                                        <p:cTn id="6" dur="1" fill="hold">
                                          <p:stCondLst>
                                            <p:cond delay="0"/>
                                          </p:stCondLst>
                                        </p:cTn>
                                        <p:tgtEl>
                                          <p:spTgt spid="466"/>
                                        </p:tgtEl>
                                        <p:attrNameLst>
                                          <p:attrName>style.visibility</p:attrName>
                                        </p:attrNameLst>
                                      </p:cBhvr>
                                      <p:to>
                                        <p:strVal val="visible"/>
                                      </p:to>
                                    </p:set>
                                    <p:animEffect transition="in" filter="wipe(down)">
                                      <p:cBhvr additive="repl">
                                        <p:cTn id="7" dur="580">
                                          <p:stCondLst>
                                            <p:cond delay="0"/>
                                          </p:stCondLst>
                                        </p:cTn>
                                        <p:tgtEl>
                                          <p:spTgt spid="466"/>
                                        </p:tgtEl>
                                      </p:cBhvr>
                                    </p:animEffect>
                                    <p:anim calcmode="lin" valueType="num">
                                      <p:cBhvr additive="repl">
                                        <p:cTn id="8" dur="1822">
                                          <p:stCondLst>
                                            <p:cond delay="0"/>
                                          </p:stCondLst>
                                        </p:cTn>
                                        <p:tgtEl>
                                          <p:spTgt spid="466"/>
                                        </p:tgtEl>
                                        <p:attrNameLst>
                                          <p:attrName>ppt_x</p:attrName>
                                        </p:attrNameLst>
                                      </p:cBhvr>
                                      <p:tavLst>
                                        <p:tav>
                                          <p:val>
                                            <p:strVal val="#ppt_x-0.25"/>
                                          </p:val>
                                        </p:tav>
                                        <p:tav tm="100000">
                                          <p:val>
                                            <p:strVal val="#ppt_x"/>
                                          </p:val>
                                        </p:tav>
                                      </p:tavLst>
                                    </p:anim>
                                    <p:anim calcmode="lin" valueType="num">
                                      <p:cBhvr additive="repl">
                                        <p:cTn id="9" dur="664">
                                          <p:stCondLst>
                                            <p:cond delay="0"/>
                                          </p:stCondLst>
                                        </p:cTn>
                                        <p:tgtEl>
                                          <p:spTgt spid="466"/>
                                        </p:tgtEl>
                                        <p:attrNameLst>
                                          <p:attrName>ppt_y</p:attrName>
                                        </p:attrNameLst>
                                      </p:cBhvr>
                                      <p:tavLst>
                                        <p:tav fmla="y-sin(pi*$)/3">
                                          <p:val>
                                            <p:fltVal val="0.5"/>
                                          </p:val>
                                        </p:tav>
                                        <p:tav fmla="y-sin(pi*$)/3" tm="100000">
                                          <p:val>
                                            <p:fltVal val="1"/>
                                          </p:val>
                                        </p:tav>
                                      </p:tavLst>
                                    </p:anim>
                                    <p:anim calcmode="lin" valueType="num">
                                      <p:cBhvr additive="repl">
                                        <p:cTn id="10" dur="664">
                                          <p:stCondLst>
                                            <p:cond delay="664"/>
                                          </p:stCondLst>
                                        </p:cTn>
                                        <p:tgtEl>
                                          <p:spTgt spid="466"/>
                                        </p:tgtEl>
                                        <p:attrNameLst>
                                          <p:attrName>ppt_y</p:attrName>
                                        </p:attrNameLst>
                                      </p:cBhvr>
                                      <p:tavLst>
                                        <p:tav fmla="y-sin(pi*$)/9">
                                          <p:val>
                                            <p:fltVal val="0"/>
                                          </p:val>
                                        </p:tav>
                                        <p:tav fmla="y-sin(pi*$)/9" tm="100000">
                                          <p:val>
                                            <p:fltVal val="1"/>
                                          </p:val>
                                        </p:tav>
                                      </p:tavLst>
                                    </p:anim>
                                    <p:anim calcmode="lin" valueType="num">
                                      <p:cBhvr additive="repl">
                                        <p:cTn id="11" dur="332">
                                          <p:stCondLst>
                                            <p:cond delay="1324"/>
                                          </p:stCondLst>
                                        </p:cTn>
                                        <p:tgtEl>
                                          <p:spTgt spid="466"/>
                                        </p:tgtEl>
                                        <p:attrNameLst>
                                          <p:attrName>ppt_y</p:attrName>
                                        </p:attrNameLst>
                                      </p:cBhvr>
                                      <p:tavLst>
                                        <p:tav fmla="y-sin(pi*$)/27">
                                          <p:val>
                                            <p:fltVal val="0"/>
                                          </p:val>
                                        </p:tav>
                                        <p:tav fmla="y-sin(pi*$)/27" tm="100000">
                                          <p:val>
                                            <p:fltVal val="1"/>
                                          </p:val>
                                        </p:tav>
                                      </p:tavLst>
                                    </p:anim>
                                    <p:anim calcmode="lin" valueType="num">
                                      <p:cBhvr additive="repl">
                                        <p:cTn id="12" dur="164">
                                          <p:stCondLst>
                                            <p:cond delay="1656"/>
                                          </p:stCondLst>
                                        </p:cTn>
                                        <p:tgtEl>
                                          <p:spTgt spid="466"/>
                                        </p:tgtEl>
                                        <p:attrNameLst>
                                          <p:attrName>ppt_y</p:attrName>
                                        </p:attrNameLst>
                                      </p:cBhvr>
                                      <p:tavLst>
                                        <p:tav fmla="y-sin(pi*$)/81">
                                          <p:val>
                                            <p:fltVal val="0"/>
                                          </p:val>
                                        </p:tav>
                                        <p:tav fmla="y-sin(pi*$)/81" tm="100000">
                                          <p:val>
                                            <p:fltVal val="1"/>
                                          </p:val>
                                        </p:tav>
                                      </p:tavLst>
                                    </p:anim>
                                    <p:animScale>
                                      <p:cBhvr>
                                        <p:cTn id="13" dur="26" fill="hold">
                                          <p:stCondLst>
                                            <p:cond delay="650"/>
                                          </p:stCondLst>
                                        </p:cTn>
                                        <p:tgtEl>
                                          <p:spTgt spid="466"/>
                                        </p:tgtEl>
                                      </p:cBhvr>
                                      <p:to x="100000" y="60000"/>
                                    </p:animScale>
                                    <p:animScale>
                                      <p:cBhvr>
                                        <p:cTn id="14" dur="166" fill="hold">
                                          <p:stCondLst>
                                            <p:cond delay="676"/>
                                          </p:stCondLst>
                                        </p:cTn>
                                        <p:tgtEl>
                                          <p:spTgt spid="466"/>
                                        </p:tgtEl>
                                      </p:cBhvr>
                                      <p:to x="100000" y="100000"/>
                                    </p:animScale>
                                    <p:animScale>
                                      <p:cBhvr>
                                        <p:cTn id="15" dur="26" fill="hold">
                                          <p:stCondLst>
                                            <p:cond delay="1312"/>
                                          </p:stCondLst>
                                        </p:cTn>
                                        <p:tgtEl>
                                          <p:spTgt spid="466"/>
                                        </p:tgtEl>
                                      </p:cBhvr>
                                      <p:to x="100000" y="80000"/>
                                    </p:animScale>
                                    <p:animScale>
                                      <p:cBhvr>
                                        <p:cTn id="16" dur="166" fill="hold">
                                          <p:stCondLst>
                                            <p:cond delay="1338"/>
                                          </p:stCondLst>
                                        </p:cTn>
                                        <p:tgtEl>
                                          <p:spTgt spid="466"/>
                                        </p:tgtEl>
                                      </p:cBhvr>
                                      <p:to x="100000" y="100000"/>
                                    </p:animScale>
                                    <p:animScale>
                                      <p:cBhvr>
                                        <p:cTn id="17" dur="26" fill="hold">
                                          <p:stCondLst>
                                            <p:cond delay="1642"/>
                                          </p:stCondLst>
                                        </p:cTn>
                                        <p:tgtEl>
                                          <p:spTgt spid="466"/>
                                        </p:tgtEl>
                                      </p:cBhvr>
                                      <p:to x="100000" y="90000"/>
                                    </p:animScale>
                                    <p:animScale>
                                      <p:cBhvr>
                                        <p:cTn id="18" dur="166" fill="hold">
                                          <p:stCondLst>
                                            <p:cond delay="1668"/>
                                          </p:stCondLst>
                                        </p:cTn>
                                        <p:tgtEl>
                                          <p:spTgt spid="466"/>
                                        </p:tgtEl>
                                      </p:cBhvr>
                                      <p:to x="100000" y="100000"/>
                                    </p:animScale>
                                    <p:animScale>
                                      <p:cBhvr>
                                        <p:cTn id="19" dur="26" fill="hold">
                                          <p:stCondLst>
                                            <p:cond delay="1808"/>
                                          </p:stCondLst>
                                        </p:cTn>
                                        <p:tgtEl>
                                          <p:spTgt spid="466"/>
                                        </p:tgtEl>
                                      </p:cBhvr>
                                      <p:to x="100000" y="95000"/>
                                    </p:animScale>
                                    <p:animScale>
                                      <p:cBhvr>
                                        <p:cTn id="20" dur="166" fill="hold">
                                          <p:stCondLst>
                                            <p:cond delay="1834"/>
                                          </p:stCondLst>
                                        </p:cTn>
                                        <p:tgtEl>
                                          <p:spTgt spid="46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fill="hold" nodeType="clickEffect" presetSubtype="16">
                                  <p:stCondLst>
                                    <p:cond delay="0"/>
                                  </p:stCondLst>
                                  <p:endCondLst>
                                    <p:cond delay="0" evt="begin">
                                      <p:tn val="23"/>
                                    </p:cond>
                                  </p:endCondLst>
                                  <p:childTnLst>
                                    <p:set>
                                      <p:cBhvr>
                                        <p:cTn id="24" dur="1" fill="hold">
                                          <p:stCondLst>
                                            <p:cond delay="0"/>
                                          </p:stCondLst>
                                        </p:cTn>
                                        <p:tgtEl>
                                          <p:spTgt spid="467"/>
                                        </p:tgtEl>
                                        <p:attrNameLst>
                                          <p:attrName>style.visibility</p:attrName>
                                        </p:attrNameLst>
                                      </p:cBhvr>
                                      <p:to>
                                        <p:strVal val="visible"/>
                                      </p:to>
                                    </p:set>
                                    <p:anim calcmode="lin" valueType="num">
                                      <p:cBhvr additive="repl">
                                        <p:cTn id="25" dur="500" fill="hold"/>
                                        <p:tgtEl>
                                          <p:spTgt spid="467"/>
                                        </p:tgtEl>
                                        <p:attrNameLst>
                                          <p:attrName>ppt_w</p:attrName>
                                        </p:attrNameLst>
                                      </p:cBhvr>
                                      <p:tavLst>
                                        <p:tav>
                                          <p:val>
                                            <p:fltVal val="0"/>
                                          </p:val>
                                        </p:tav>
                                        <p:tav tm="100000">
                                          <p:val>
                                            <p:strVal val="#ppt_w"/>
                                          </p:val>
                                        </p:tav>
                                      </p:tavLst>
                                    </p:anim>
                                    <p:anim calcmode="lin" valueType="num">
                                      <p:cBhvr additive="repl">
                                        <p:cTn id="26" dur="500" fill="hold"/>
                                        <p:tgtEl>
                                          <p:spTgt spid="467"/>
                                        </p:tgtEl>
                                        <p:attrNameLst>
                                          <p:attrName>ppt_h</p:attrName>
                                        </p:attrNameLst>
                                      </p:cBhvr>
                                      <p:tavLst>
                                        <p:tav>
                                          <p:val>
                                            <p:fltVal val="0"/>
                                          </p:val>
                                        </p:tav>
                                        <p:tav tm="100000">
                                          <p:val>
                                            <p:strVal val="#ppt_h"/>
                                          </p:val>
                                        </p:tav>
                                      </p:tavLst>
                                    </p:anim>
                                    <p:animEffect transition="in" filter="fade">
                                      <p:cBhvr additive="repl">
                                        <p:cTn id="27" dur="500"/>
                                        <p:tgtEl>
                                          <p:spTgt spid="467"/>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fill="hold" nodeType="clickEffect" presetSubtype="10">
                                  <p:stCondLst>
                                    <p:cond delay="0"/>
                                  </p:stCondLst>
                                  <p:childTnLst>
                                    <p:set>
                                      <p:cBhvr>
                                        <p:cTn id="31" dur="1" fill="hold">
                                          <p:stCondLst>
                                            <p:cond delay="0"/>
                                          </p:stCondLst>
                                        </p:cTn>
                                        <p:tgtEl>
                                          <p:spTgt spid="465">
                                            <p:txEl>
                                              <p:pRg st="0" end="0"/>
                                            </p:txEl>
                                          </p:spTgt>
                                        </p:tgtEl>
                                        <p:attrNameLst>
                                          <p:attrName>style.visibility</p:attrName>
                                        </p:attrNameLst>
                                      </p:cBhvr>
                                      <p:to>
                                        <p:strVal val="visible"/>
                                      </p:to>
                                    </p:set>
                                    <p:animEffect transition="in" filter="randombar(horizontal)">
                                      <p:cBhvr additive="repl">
                                        <p:cTn id="32" dur="500"/>
                                        <p:tgtEl>
                                          <p:spTgt spid="46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fill="hold" nodeType="clickEffect" presetSubtype="10">
                                  <p:stCondLst>
                                    <p:cond delay="0"/>
                                  </p:stCondLst>
                                  <p:childTnLst>
                                    <p:set>
                                      <p:cBhvr>
                                        <p:cTn id="36" dur="1" fill="hold">
                                          <p:stCondLst>
                                            <p:cond delay="0"/>
                                          </p:stCondLst>
                                        </p:cTn>
                                        <p:tgtEl>
                                          <p:spTgt spid="465">
                                            <p:txEl>
                                              <p:pRg st="1" end="1"/>
                                            </p:txEl>
                                          </p:spTgt>
                                        </p:tgtEl>
                                        <p:attrNameLst>
                                          <p:attrName>style.visibility</p:attrName>
                                        </p:attrNameLst>
                                      </p:cBhvr>
                                      <p:to>
                                        <p:strVal val="visible"/>
                                      </p:to>
                                    </p:set>
                                    <p:animEffect transition="in" filter="randombar(horizontal)">
                                      <p:cBhvr additive="repl">
                                        <p:cTn id="37" dur="500"/>
                                        <p:tgtEl>
                                          <p:spTgt spid="465">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p:nvPr>
        </p:nvSpPr>
        <p:spPr>
          <a:xfrm>
            <a:off x="360720" y="2057400"/>
            <a:ext cx="7868880" cy="4572000"/>
          </a:xfrm>
          <a:prstGeom prst="rect">
            <a:avLst/>
          </a:prstGeom>
          <a:noFill/>
          <a:ln w="0">
            <a:noFill/>
          </a:ln>
        </p:spPr>
        <p:txBody>
          <a:bodyPr lIns="91440" tIns="45720" rIns="91440" bIns="45720" anchor="t">
            <a:normAutofit fontScale="70000" lnSpcReduction="19999"/>
          </a:bodyPr>
          <a:p>
            <a:pPr marL="432000" indent="-324000" algn="l" defTabSz="457200">
              <a:lnSpc>
                <a:spcPct val="150000"/>
              </a:lnSpc>
              <a:spcBef>
                <a:spcPts val="1001"/>
              </a:spcBef>
              <a:buClr>
                <a:srgbClr val="2E946B"/>
              </a:buClr>
              <a:buSzPct val="45000"/>
              <a:buFont typeface="Wingdings" charset="2"/>
              <a:buChar char=""/>
            </a:pPr>
            <a:r>
              <a:rPr lang="en-IN" sz="2800" b="0" u="none" strike="noStrike">
                <a:solidFill>
                  <a:schemeClr val="dk1">
                    <a:lumMod val="75000"/>
                    <a:lumOff val="25000"/>
                  </a:schemeClr>
                </a:solidFill>
                <a:effectLst/>
                <a:uFillTx/>
                <a:latin typeface="Trebuchet MS"/>
              </a:rPr>
              <a:t>Agricultural activities are influenced by seasonal variations in environmental conditions, farming practices, resource availability and market conditions. As a result, agricultural performance may differ from one season to another.</a:t>
            </a:r>
            <a:endParaRPr lang="en-US" sz="2800" b="0" u="none" strike="noStrike">
              <a:solidFill>
                <a:schemeClr val="dk1"/>
              </a:solidFill>
              <a:effectLst/>
              <a:uFillTx/>
              <a:latin typeface="Trebuchet MS"/>
            </a:endParaRPr>
          </a:p>
          <a:p>
            <a:pPr marL="343080" indent="-343080" algn="l" defTabSz="457200">
              <a:lnSpc>
                <a:spcPct val="150000"/>
              </a:lnSpc>
              <a:spcBef>
                <a:spcPts val="1001"/>
              </a:spcBef>
              <a:buClr>
                <a:srgbClr val="2E946B"/>
              </a:buClr>
              <a:buSzPct val="80000"/>
              <a:buFont typeface="Wingdings" charset="2"/>
              <a:buChar char=""/>
            </a:pPr>
            <a:r>
              <a:rPr lang="en-IN" sz="2800" b="0" u="none" strike="noStrike">
                <a:solidFill>
                  <a:schemeClr val="dk1">
                    <a:lumMod val="75000"/>
                    <a:lumOff val="25000"/>
                  </a:schemeClr>
                </a:solidFill>
                <a:effectLst/>
                <a:uFillTx/>
                <a:latin typeface="Trebuchet MS"/>
              </a:rPr>
              <a:t>However, raw agricultural data does not clearly explain how agricultural performance changes across seasons or what patterns can be observed in different seasonal conditions.</a:t>
            </a:r>
            <a:endParaRPr lang="en-US" sz="2800" b="0" u="none" strike="noStrike">
              <a:solidFill>
                <a:schemeClr val="dk1"/>
              </a:solidFill>
              <a:effectLst/>
              <a:uFillTx/>
              <a:latin typeface="Trebuchet MS"/>
            </a:endParaRPr>
          </a:p>
          <a:p>
            <a:pPr marL="343080" indent="-343080" algn="l" defTabSz="457200">
              <a:lnSpc>
                <a:spcPct val="150000"/>
              </a:lnSpc>
              <a:spcBef>
                <a:spcPts val="1001"/>
              </a:spcBef>
              <a:buClr>
                <a:srgbClr val="2E946B"/>
              </a:buClr>
              <a:buSzPct val="80000"/>
              <a:buFont typeface="Wingdings" charset="2"/>
              <a:buChar char=""/>
            </a:pPr>
            <a:r>
              <a:rPr lang="en-IN" sz="2800" b="0" u="none" strike="noStrike">
                <a:solidFill>
                  <a:schemeClr val="dk1">
                    <a:lumMod val="75000"/>
                    <a:lumOff val="25000"/>
                  </a:schemeClr>
                </a:solidFill>
                <a:effectLst/>
                <a:uFillTx/>
                <a:latin typeface="Trebuchet MS"/>
              </a:rPr>
              <a:t>The problem is to analyze the given agricultural dataset and investigate seasonal differences in agricultural performance by identifying meaningful patterns, trends, relationships and variations within the available data.</a:t>
            </a:r>
            <a:endParaRPr lang="en-US" sz="2800" b="0" u="none" strike="noStrike">
              <a:solidFill>
                <a:schemeClr val="dk1"/>
              </a:solidFill>
              <a:effectLst/>
              <a:uFillTx/>
              <a:latin typeface="Trebuchet MS"/>
            </a:endParaRPr>
          </a:p>
        </p:txBody>
      </p:sp>
      <p:sp>
        <p:nvSpPr>
          <p:cNvPr id="471" name="PlaceHolder 2"/>
          <p:cNvSpPr>
            <a:spLocks noGrp="1"/>
          </p:cNvSpPr>
          <p:nvPr>
            <p:ph type="title"/>
          </p:nvPr>
        </p:nvSpPr>
        <p:spPr>
          <a:xfrm>
            <a:off x="754560" y="550440"/>
            <a:ext cx="6995160" cy="789840"/>
          </a:xfrm>
          <a:prstGeom prst="rect">
            <a:avLst/>
          </a:prstGeom>
          <a:noFill/>
          <a:ln w="0">
            <a:noFill/>
          </a:ln>
        </p:spPr>
        <p:txBody>
          <a:bodyPr lIns="91440" tIns="45720" rIns="91440" bIns="45720" anchor="t">
            <a:normAutofit lnSpcReduction="9999"/>
          </a:bodyPr>
          <a:p>
            <a:pPr indent="0" algn="l" defTabSz="457200">
              <a:lnSpc>
                <a:spcPct val="100000"/>
              </a:lnSpc>
              <a:buNone/>
            </a:pPr>
            <a:r>
              <a:rPr lang="en-US" sz="4800" b="1" u="none" strike="noStrike">
                <a:solidFill>
                  <a:schemeClr val="dk1"/>
                </a:solidFill>
                <a:effectLst/>
                <a:uFillTx/>
                <a:latin typeface="Trebuchet MS"/>
              </a:rPr>
              <a:t>PROBLEM  STATEMENT</a:t>
            </a:r>
            <a:endParaRPr lang="en-US" sz="4800" b="1" u="none" strike="noStrike">
              <a:solidFill>
                <a:schemeClr val="dk1"/>
              </a:solidFill>
              <a:effectLst/>
              <a:uFillTx/>
              <a:latin typeface="Trebuchet MS"/>
            </a:endParaRPr>
          </a:p>
        </p:txBody>
      </p:sp>
      <p:pic>
        <p:nvPicPr>
          <p:cNvPr id="472" name="Picture 4"/>
          <p:cNvPicPr/>
          <p:nvPr/>
        </p:nvPicPr>
        <p:blipFill>
          <a:blip r:embed="rId1"/>
          <a:stretch/>
        </p:blipFill>
        <p:spPr>
          <a:xfrm>
            <a:off x="7995600" y="2930760"/>
            <a:ext cx="2760480" cy="3264120"/>
          </a:xfrm>
          <a:prstGeom prst="rect">
            <a:avLst/>
          </a:prstGeom>
          <a:noFill/>
          <a:ln w="0">
            <a:noFill/>
          </a:ln>
        </p:spPr>
      </p:pic>
      <p:pic>
        <p:nvPicPr>
          <p:cNvPr id="473" name="Picture 5"/>
          <p:cNvPicPr/>
          <p:nvPr/>
        </p:nvPicPr>
        <p:blipFill>
          <a:blip r:embed="rId2"/>
          <a:srcRect l="0" t="96170" r="0" b="0"/>
          <a:stretch/>
        </p:blipFill>
        <p:spPr>
          <a:xfrm>
            <a:off x="676080" y="6472080"/>
            <a:ext cx="2142720" cy="192600"/>
          </a:xfrm>
          <a:prstGeom prst="rect">
            <a:avLst/>
          </a:prstGeom>
          <a:noFill/>
          <a:ln w="0">
            <a:noFill/>
          </a:ln>
        </p:spPr>
      </p:pic>
    </p:spTree>
  </p:cSld>
  <mc:AlternateContent>
    <mc:Choice Requires="p14">
      <p:transition spd="slow" p14:dur="2000"/>
    </mc:Choice>
    <mc:Fallback>
      <p:transition spd="slow"/>
    </mc:Fallback>
  </mc:AlternateContent>
  <p:timing>
    <p:tnLst>
      <p:par>
        <p:cTn id="38" dur="indefinite" restart="never" nodeType="tmRoot">
          <p:childTnLst>
            <p:seq>
              <p:cTn id="39" dur="indefinite" nodeType="mainSeq">
                <p:childTnLst>
                  <p:par>
                    <p:cTn id="40" fill="hold">
                      <p:stCondLst>
                        <p:cond delay="indefinite"/>
                      </p:stCondLst>
                      <p:childTnLst>
                        <p:par>
                          <p:cTn id="41" fill="hold">
                            <p:stCondLst>
                              <p:cond delay="0"/>
                            </p:stCondLst>
                            <p:childTnLst>
                              <p:par>
                                <p:cTn id="42" presetID="53" presetClass="entr" fill="hold" nodeType="clickEffect" presetSubtype="16">
                                  <p:stCondLst>
                                    <p:cond delay="0"/>
                                  </p:stCondLst>
                                  <p:childTnLst>
                                    <p:set>
                                      <p:cBhvr>
                                        <p:cTn id="43" dur="1" fill="hold">
                                          <p:stCondLst>
                                            <p:cond delay="0"/>
                                          </p:stCondLst>
                                        </p:cTn>
                                        <p:tgtEl>
                                          <p:spTgt spid="471"/>
                                        </p:tgtEl>
                                        <p:attrNameLst>
                                          <p:attrName>style.visibility</p:attrName>
                                        </p:attrNameLst>
                                      </p:cBhvr>
                                      <p:to>
                                        <p:strVal val="visible"/>
                                      </p:to>
                                    </p:set>
                                    <p:anim calcmode="lin" valueType="num">
                                      <p:cBhvr additive="repl">
                                        <p:cTn id="44" dur="500" fill="hold"/>
                                        <p:tgtEl>
                                          <p:spTgt spid="471"/>
                                        </p:tgtEl>
                                        <p:attrNameLst>
                                          <p:attrName>ppt_w</p:attrName>
                                        </p:attrNameLst>
                                      </p:cBhvr>
                                      <p:tavLst>
                                        <p:tav>
                                          <p:val>
                                            <p:fltVal val="0"/>
                                          </p:val>
                                        </p:tav>
                                        <p:tav tm="100000">
                                          <p:val>
                                            <p:strVal val="#ppt_w"/>
                                          </p:val>
                                        </p:tav>
                                      </p:tavLst>
                                    </p:anim>
                                    <p:anim calcmode="lin" valueType="num">
                                      <p:cBhvr additive="repl">
                                        <p:cTn id="45" dur="500" fill="hold"/>
                                        <p:tgtEl>
                                          <p:spTgt spid="471"/>
                                        </p:tgtEl>
                                        <p:attrNameLst>
                                          <p:attrName>ppt_h</p:attrName>
                                        </p:attrNameLst>
                                      </p:cBhvr>
                                      <p:tavLst>
                                        <p:tav>
                                          <p:val>
                                            <p:fltVal val="0"/>
                                          </p:val>
                                        </p:tav>
                                        <p:tav tm="100000">
                                          <p:val>
                                            <p:strVal val="#ppt_h"/>
                                          </p:val>
                                        </p:tav>
                                      </p:tavLst>
                                    </p:anim>
                                    <p:animEffect transition="in" filter="fade">
                                      <p:cBhvr additive="repl">
                                        <p:cTn id="46" dur="500"/>
                                        <p:tgtEl>
                                          <p:spTgt spid="471"/>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fill="hold" nodeType="clickEffect">
                                  <p:stCondLst>
                                    <p:cond delay="0"/>
                                  </p:stCondLst>
                                  <p:childTnLst>
                                    <p:set>
                                      <p:cBhvr>
                                        <p:cTn id="50" dur="1" fill="hold">
                                          <p:stCondLst>
                                            <p:cond delay="0"/>
                                          </p:stCondLst>
                                        </p:cTn>
                                        <p:tgtEl>
                                          <p:spTgt spid="470">
                                            <p:txEl>
                                              <p:pRg st="0" end="0"/>
                                            </p:txEl>
                                          </p:spTgt>
                                        </p:tgtEl>
                                        <p:attrNameLst>
                                          <p:attrName>style.visibility</p:attrName>
                                        </p:attrNameLst>
                                      </p:cBhvr>
                                      <p:to>
                                        <p:strVal val="visible"/>
                                      </p:to>
                                    </p:set>
                                    <p:animEffect transition="in" filter="fade">
                                      <p:cBhvr additive="repl">
                                        <p:cTn id="51" dur="1000"/>
                                        <p:tgtEl>
                                          <p:spTgt spid="470">
                                            <p:txEl>
                                              <p:pRg st="0" end="0"/>
                                            </p:txEl>
                                          </p:spTgt>
                                        </p:tgtEl>
                                      </p:cBhvr>
                                    </p:animEffect>
                                    <p:anim calcmode="lin" valueType="num">
                                      <p:cBhvr additive="repl">
                                        <p:cTn id="52" dur="1000" fill="hold"/>
                                        <p:tgtEl>
                                          <p:spTgt spid="470">
                                            <p:txEl>
                                              <p:pRg st="0" end="0"/>
                                            </p:txEl>
                                          </p:spTgt>
                                        </p:tgtEl>
                                        <p:attrNameLst>
                                          <p:attrName>ppt_x</p:attrName>
                                        </p:attrNameLst>
                                      </p:cBhvr>
                                      <p:tavLst>
                                        <p:tav>
                                          <p:val>
                                            <p:strVal val="#ppt_x"/>
                                          </p:val>
                                        </p:tav>
                                        <p:tav tm="100000">
                                          <p:val>
                                            <p:strVal val="#ppt_x"/>
                                          </p:val>
                                        </p:tav>
                                      </p:tavLst>
                                    </p:anim>
                                    <p:anim calcmode="lin" valueType="num">
                                      <p:cBhvr additive="repl">
                                        <p:cTn id="53" dur="1000" fill="hold"/>
                                        <p:tgtEl>
                                          <p:spTgt spid="470">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lumMod val="95000"/>
          </a:schemeClr>
        </a:solidFill>
      </p:bgPr>
    </p:bg>
    <p:spTree>
      <p:nvGrpSpPr>
        <p:cNvPr id="1" name=""/>
        <p:cNvGrpSpPr/>
        <p:nvPr/>
      </p:nvGrpSpPr>
      <p:grpSpPr>
        <a:xfrm>
          <a:off x="0" y="0"/>
          <a:ext cx="0" cy="0"/>
          <a:chOff x="0" y="0"/>
          <a:chExt cx="0" cy="0"/>
        </a:xfrm>
      </p:grpSpPr>
      <p:sp>
        <p:nvSpPr>
          <p:cNvPr id="474" name="PlaceHolder 1"/>
          <p:cNvSpPr>
            <a:spLocks noGrp="1"/>
          </p:cNvSpPr>
          <p:nvPr>
            <p:ph type="title"/>
          </p:nvPr>
        </p:nvSpPr>
        <p:spPr>
          <a:xfrm>
            <a:off x="685800" y="685800"/>
            <a:ext cx="8483760" cy="5595480"/>
          </a:xfrm>
          <a:prstGeom prst="rect">
            <a:avLst/>
          </a:prstGeom>
          <a:noFill/>
          <a:ln w="0">
            <a:noFill/>
          </a:ln>
        </p:spPr>
        <p:txBody>
          <a:bodyPr lIns="91440" tIns="45720" rIns="91440" bIns="45720" anchor="t">
            <a:normAutofit/>
          </a:bodyPr>
          <a:p>
            <a:pPr indent="0" algn="l" defTabSz="457200">
              <a:lnSpc>
                <a:spcPct val="100000"/>
              </a:lnSpc>
              <a:spcBef>
                <a:spcPts val="1191"/>
              </a:spcBef>
              <a:spcAft>
                <a:spcPts val="992"/>
              </a:spcAft>
              <a:buNone/>
            </a:pPr>
            <a:r>
              <a:rPr lang="en-GB" sz="4800" b="1" u="none" strike="noStrike">
                <a:solidFill>
                  <a:schemeClr val="dk1"/>
                </a:solidFill>
                <a:effectLst/>
                <a:uFillTx/>
                <a:latin typeface="Trebuchet MS"/>
              </a:rPr>
              <a:t>Project Description</a:t>
            </a:r>
            <a:br>
              <a:rPr sz="4800"/>
            </a:br>
            <a:br>
              <a:rPr sz="4800"/>
            </a:br>
            <a:r>
              <a:rPr lang="en-GB" sz="2000" b="1" u="none" strike="noStrike">
                <a:solidFill>
                  <a:schemeClr val="dk1"/>
                </a:solidFill>
                <a:effectLst/>
                <a:uFillTx/>
                <a:latin typeface="Trebuchet MS"/>
              </a:rPr>
              <a:t>This project analyzes an agricultural dataset to investigate how farming performance changes across seasons. By exploring data related to farming practices, environmental conditions, crop production, resource usage, and economic performance, this analysis identifies meaningful patterns, trends, and variations. The primary objective is to evaluate these seasonal differences using data preparation, statistical analysis, and visualization techniques to develop evidence-based insights for agricultural planning.</a:t>
            </a:r>
            <a:br>
              <a:rPr sz="2000"/>
            </a:br>
            <a:endParaRPr lang="en-US" sz="2000" b="1" u="none" strike="noStrike">
              <a:solidFill>
                <a:schemeClr val="dk1"/>
              </a:solidFill>
              <a:effectLst/>
              <a:uFillTx/>
              <a:latin typeface="Trebuchet MS"/>
            </a:endParaRPr>
          </a:p>
        </p:txBody>
      </p:sp>
      <p:pic>
        <p:nvPicPr>
          <p:cNvPr id="475" name="Picture 4"/>
          <p:cNvPicPr/>
          <p:nvPr/>
        </p:nvPicPr>
        <p:blipFill>
          <a:blip r:embed="rId1"/>
          <a:srcRect l="0" t="96170" r="0" b="0"/>
          <a:stretch/>
        </p:blipFill>
        <p:spPr>
          <a:xfrm>
            <a:off x="676080" y="6472080"/>
            <a:ext cx="2142720" cy="192600"/>
          </a:xfrm>
          <a:prstGeom prst="rect">
            <a:avLst/>
          </a:prstGeom>
          <a:noFill/>
          <a:ln w="0">
            <a:noFill/>
          </a:ln>
        </p:spPr>
      </p:pic>
      <p:pic>
        <p:nvPicPr>
          <p:cNvPr id="476" name="Picture 5"/>
          <p:cNvPicPr/>
          <p:nvPr/>
        </p:nvPicPr>
        <p:blipFill>
          <a:blip r:embed="rId2"/>
          <a:stretch/>
        </p:blipFill>
        <p:spPr>
          <a:xfrm>
            <a:off x="467280" y="6410520"/>
            <a:ext cx="3705840" cy="295560"/>
          </a:xfrm>
          <a:prstGeom prst="rect">
            <a:avLst/>
          </a:prstGeom>
          <a:noFill/>
          <a:ln w="0">
            <a:noFill/>
          </a:ln>
        </p:spPr>
      </p:pic>
    </p:spTree>
  </p:cSld>
  <mc:AlternateContent>
    <mc:Choice Requires="p14">
      <p:transition spd="slow" p14:dur="2000"/>
    </mc:Choice>
    <mc:Fallback>
      <p:transition spd="slow"/>
    </mc:Fallback>
  </mc:AlternateContent>
  <p:timing>
    <p:tnLst>
      <p:par>
        <p:cTn id="54" dur="indefinite" restart="never" nodeType="tmRoot">
          <p:childTnLst>
            <p:seq>
              <p:cTn id="55" dur="indefinite" nodeType="mainSeq">
                <p:childTnLst>
                  <p:par>
                    <p:cTn id="56" fill="hold">
                      <p:stCondLst>
                        <p:cond delay="indefinite"/>
                      </p:stCondLst>
                      <p:childTnLst>
                        <p:par>
                          <p:cTn id="57" fill="hold">
                            <p:stCondLst>
                              <p:cond delay="0"/>
                            </p:stCondLst>
                            <p:childTnLst>
                              <p:par>
                                <p:cTn id="58" presetID="53" presetClass="entr" fill="hold" nodeType="clickEffect" presetSubtype="16">
                                  <p:stCondLst>
                                    <p:cond delay="0"/>
                                  </p:stCondLst>
                                  <p:childTnLst>
                                    <p:set>
                                      <p:cBhvr>
                                        <p:cTn id="59" dur="1" fill="hold">
                                          <p:stCondLst>
                                            <p:cond delay="0"/>
                                          </p:stCondLst>
                                        </p:cTn>
                                        <p:tgtEl>
                                          <p:spTgt spid="474"/>
                                        </p:tgtEl>
                                        <p:attrNameLst>
                                          <p:attrName>style.visibility</p:attrName>
                                        </p:attrNameLst>
                                      </p:cBhvr>
                                      <p:to>
                                        <p:strVal val="visible"/>
                                      </p:to>
                                    </p:set>
                                    <p:anim calcmode="lin" valueType="num">
                                      <p:cBhvr additive="repl">
                                        <p:cTn id="60" dur="500" fill="hold"/>
                                        <p:tgtEl>
                                          <p:spTgt spid="474"/>
                                        </p:tgtEl>
                                        <p:attrNameLst>
                                          <p:attrName>ppt_w</p:attrName>
                                        </p:attrNameLst>
                                      </p:cBhvr>
                                      <p:tavLst>
                                        <p:tav>
                                          <p:val>
                                            <p:fltVal val="0"/>
                                          </p:val>
                                        </p:tav>
                                        <p:tav tm="100000">
                                          <p:val>
                                            <p:strVal val="#ppt_w"/>
                                          </p:val>
                                        </p:tav>
                                      </p:tavLst>
                                    </p:anim>
                                    <p:anim calcmode="lin" valueType="num">
                                      <p:cBhvr additive="repl">
                                        <p:cTn id="61" dur="500" fill="hold"/>
                                        <p:tgtEl>
                                          <p:spTgt spid="474"/>
                                        </p:tgtEl>
                                        <p:attrNameLst>
                                          <p:attrName>ppt_h</p:attrName>
                                        </p:attrNameLst>
                                      </p:cBhvr>
                                      <p:tavLst>
                                        <p:tav>
                                          <p:val>
                                            <p:fltVal val="0"/>
                                          </p:val>
                                        </p:tav>
                                        <p:tav tm="100000">
                                          <p:val>
                                            <p:strVal val="#ppt_h"/>
                                          </p:val>
                                        </p:tav>
                                      </p:tavLst>
                                    </p:anim>
                                    <p:animEffect transition="in" filter="fade">
                                      <p:cBhvr additive="repl">
                                        <p:cTn id="62" dur="500"/>
                                        <p:tgtEl>
                                          <p:spTgt spid="4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p:nvPr>
        </p:nvSpPr>
        <p:spPr>
          <a:xfrm>
            <a:off x="619920" y="1600200"/>
            <a:ext cx="8752680" cy="4572000"/>
          </a:xfrm>
          <a:prstGeom prst="rect">
            <a:avLst/>
          </a:prstGeom>
          <a:noFill/>
          <a:ln w="0">
            <a:noFill/>
          </a:ln>
        </p:spPr>
        <p:txBody>
          <a:bodyPr lIns="91440" tIns="45720" rIns="91440" bIns="45720" anchor="t">
            <a:normAutofit/>
          </a:bodyPr>
          <a:p>
            <a:pPr marL="432000" indent="-324000" algn="l" defTabSz="457200">
              <a:lnSpc>
                <a:spcPct val="100000"/>
              </a:lnSpc>
              <a:spcBef>
                <a:spcPts val="1191"/>
              </a:spcBef>
              <a:spcAft>
                <a:spcPts val="992"/>
              </a:spcAft>
              <a:buClr>
                <a:srgbClr val="2E946B"/>
              </a:buClr>
              <a:buSzPct val="45000"/>
              <a:buFont typeface="Wingdings" charset="2"/>
              <a:buChar char=""/>
            </a:pPr>
            <a:r>
              <a:rPr lang="en-US" sz="2000" b="0" u="none" strike="noStrike">
                <a:solidFill>
                  <a:schemeClr val="dk1">
                    <a:lumMod val="75000"/>
                    <a:lumOff val="25000"/>
                  </a:schemeClr>
                </a:solidFill>
                <a:effectLst/>
                <a:uFillTx/>
                <a:latin typeface="Trebuchet MS"/>
              </a:rPr>
              <a:t>Farmers &amp; Agriculturists: To optimize crop selection based on seasonal yield patterns.</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191"/>
              </a:spcBef>
              <a:spcAft>
                <a:spcPts val="992"/>
              </a:spcAft>
              <a:buClr>
                <a:srgbClr val="2E946B"/>
              </a:buClr>
              <a:buSzPct val="80000"/>
              <a:buFont typeface="Wingdings" charset="2"/>
              <a:buChar char=""/>
            </a:pPr>
            <a:r>
              <a:rPr lang="en-US" sz="2000" b="0" u="none" strike="noStrike">
                <a:solidFill>
                  <a:schemeClr val="dk1">
                    <a:lumMod val="75000"/>
                    <a:lumOff val="25000"/>
                  </a:schemeClr>
                </a:solidFill>
                <a:effectLst/>
                <a:uFillTx/>
                <a:latin typeface="Trebuchet MS"/>
              </a:rPr>
              <a:t>Government &amp; Policymakers: To allocate resources, subsidies, and infrastructure effectively.</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191"/>
              </a:spcBef>
              <a:spcAft>
                <a:spcPts val="992"/>
              </a:spcAft>
              <a:buClr>
                <a:srgbClr val="2E946B"/>
              </a:buClr>
              <a:buSzPct val="80000"/>
              <a:buFont typeface="Wingdings" charset="2"/>
              <a:buChar char=""/>
            </a:pPr>
            <a:r>
              <a:rPr lang="en-US" sz="2000" b="0" u="none" strike="noStrike">
                <a:solidFill>
                  <a:schemeClr val="dk1">
                    <a:lumMod val="75000"/>
                    <a:lumOff val="25000"/>
                  </a:schemeClr>
                </a:solidFill>
                <a:effectLst/>
                <a:uFillTx/>
                <a:latin typeface="Trebuchet MS"/>
              </a:rPr>
              <a:t>Supply Chain Managers: To forecast market supply and manage inventory.</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191"/>
              </a:spcBef>
              <a:spcAft>
                <a:spcPts val="992"/>
              </a:spcAft>
              <a:buClr>
                <a:srgbClr val="2E946B"/>
              </a:buClr>
              <a:buSzPct val="80000"/>
              <a:buFont typeface="Wingdings" charset="2"/>
              <a:buChar char=""/>
            </a:pPr>
            <a:r>
              <a:rPr lang="en-US" sz="2000" b="0" u="none" strike="noStrike">
                <a:solidFill>
                  <a:schemeClr val="dk1">
                    <a:lumMod val="75000"/>
                    <a:lumOff val="25000"/>
                  </a:schemeClr>
                </a:solidFill>
                <a:effectLst/>
                <a:uFillTx/>
                <a:latin typeface="Trebuchet MS"/>
              </a:rPr>
              <a:t>Agronomists &amp; Researchers: To study the impact of climate and seasonal variations on agricultural efficiency.</a:t>
            </a:r>
            <a:endParaRPr lang="en-US" sz="2000" b="0" u="none" strike="noStrike">
              <a:solidFill>
                <a:schemeClr val="dk1">
                  <a:lumMod val="75000"/>
                  <a:lumOff val="25000"/>
                </a:schemeClr>
              </a:solidFill>
              <a:effectLst/>
              <a:uFillTx/>
              <a:latin typeface="Trebuchet MS"/>
            </a:endParaRPr>
          </a:p>
        </p:txBody>
      </p:sp>
      <p:sp>
        <p:nvSpPr>
          <p:cNvPr id="478" name="PlaceHolder 2"/>
          <p:cNvSpPr>
            <a:spLocks noGrp="1"/>
          </p:cNvSpPr>
          <p:nvPr>
            <p:ph type="title"/>
          </p:nvPr>
        </p:nvSpPr>
        <p:spPr>
          <a:xfrm>
            <a:off x="619920" y="876600"/>
            <a:ext cx="10045800" cy="802440"/>
          </a:xfrm>
          <a:prstGeom prst="rect">
            <a:avLst/>
          </a:prstGeom>
          <a:noFill/>
          <a:ln w="0">
            <a:noFill/>
          </a:ln>
        </p:spPr>
        <p:txBody>
          <a:bodyPr lIns="91440" tIns="45720" rIns="91440" bIns="45720" anchor="t">
            <a:normAutofit/>
          </a:bodyPr>
          <a:p>
            <a:pPr indent="0" algn="l" defTabSz="457200">
              <a:lnSpc>
                <a:spcPct val="100000"/>
              </a:lnSpc>
              <a:buNone/>
            </a:pPr>
            <a:r>
              <a:rPr lang="en-US" sz="3200" b="1" u="none" strike="noStrike">
                <a:solidFill>
                  <a:schemeClr val="dk1"/>
                </a:solidFill>
                <a:effectLst/>
                <a:uFillTx/>
                <a:latin typeface="Trebuchet MS"/>
              </a:rPr>
              <a:t>WHO ARE THE END USERS?</a:t>
            </a:r>
            <a:endParaRPr lang="en-US" sz="3200" b="1" u="none" strike="noStrike">
              <a:solidFill>
                <a:schemeClr val="dk1"/>
              </a:solidFill>
              <a:effectLst/>
              <a:uFillTx/>
              <a:latin typeface="Trebuchet MS"/>
            </a:endParaRPr>
          </a:p>
        </p:txBody>
      </p:sp>
      <p:pic>
        <p:nvPicPr>
          <p:cNvPr id="479" name="Picture 5"/>
          <p:cNvPicPr/>
          <p:nvPr/>
        </p:nvPicPr>
        <p:blipFill>
          <a:blip r:embed="rId1"/>
          <a:stretch/>
        </p:blipFill>
        <p:spPr>
          <a:xfrm>
            <a:off x="721440" y="6176880"/>
            <a:ext cx="2180880" cy="485280"/>
          </a:xfrm>
          <a:prstGeom prst="rect">
            <a:avLst/>
          </a:prstGeom>
          <a:noFill/>
          <a:ln w="0">
            <a:noFill/>
          </a:ln>
        </p:spPr>
      </p:pic>
    </p:spTree>
  </p:cSld>
  <mc:AlternateContent>
    <mc:Choice Requires="p14">
      <p:transition spd="slow" p14:dur="2000"/>
    </mc:Choice>
    <mc:Fallback>
      <p:transition spd="slow"/>
    </mc:Fallback>
  </mc:AlternateContent>
  <p:timing>
    <p:tnLst>
      <p:par>
        <p:cTn id="63" dur="indefinite" restart="never" nodeType="tmRoot">
          <p:childTnLst>
            <p:seq>
              <p:cTn id="64" dur="indefinite" nodeType="mainSeq">
                <p:childTnLst>
                  <p:par>
                    <p:cTn id="65" fill="hold">
                      <p:stCondLst>
                        <p:cond delay="indefinite"/>
                      </p:stCondLst>
                      <p:childTnLst>
                        <p:par>
                          <p:cTn id="66" fill="hold">
                            <p:stCondLst>
                              <p:cond delay="0"/>
                            </p:stCondLst>
                            <p:childTnLst>
                              <p:par>
                                <p:cTn id="67" presetID="53" presetClass="entr" fill="hold" nodeType="clickEffect" presetSubtype="16">
                                  <p:stCondLst>
                                    <p:cond delay="0"/>
                                  </p:stCondLst>
                                  <p:childTnLst>
                                    <p:set>
                                      <p:cBhvr>
                                        <p:cTn id="68" dur="1" fill="hold">
                                          <p:stCondLst>
                                            <p:cond delay="0"/>
                                          </p:stCondLst>
                                        </p:cTn>
                                        <p:tgtEl>
                                          <p:spTgt spid="478"/>
                                        </p:tgtEl>
                                        <p:attrNameLst>
                                          <p:attrName>style.visibility</p:attrName>
                                        </p:attrNameLst>
                                      </p:cBhvr>
                                      <p:to>
                                        <p:strVal val="visible"/>
                                      </p:to>
                                    </p:set>
                                    <p:anim calcmode="lin" valueType="num">
                                      <p:cBhvr additive="repl">
                                        <p:cTn id="69" dur="500" fill="hold"/>
                                        <p:tgtEl>
                                          <p:spTgt spid="478"/>
                                        </p:tgtEl>
                                        <p:attrNameLst>
                                          <p:attrName>ppt_w</p:attrName>
                                        </p:attrNameLst>
                                      </p:cBhvr>
                                      <p:tavLst>
                                        <p:tav>
                                          <p:val>
                                            <p:fltVal val="0"/>
                                          </p:val>
                                        </p:tav>
                                        <p:tav tm="100000">
                                          <p:val>
                                            <p:strVal val="#ppt_w"/>
                                          </p:val>
                                        </p:tav>
                                      </p:tavLst>
                                    </p:anim>
                                    <p:anim calcmode="lin" valueType="num">
                                      <p:cBhvr additive="repl">
                                        <p:cTn id="70" dur="500" fill="hold"/>
                                        <p:tgtEl>
                                          <p:spTgt spid="478"/>
                                        </p:tgtEl>
                                        <p:attrNameLst>
                                          <p:attrName>ppt_h</p:attrName>
                                        </p:attrNameLst>
                                      </p:cBhvr>
                                      <p:tavLst>
                                        <p:tav>
                                          <p:val>
                                            <p:fltVal val="0"/>
                                          </p:val>
                                        </p:tav>
                                        <p:tav tm="100000">
                                          <p:val>
                                            <p:strVal val="#ppt_h"/>
                                          </p:val>
                                        </p:tav>
                                      </p:tavLst>
                                    </p:anim>
                                    <p:animEffect transition="in" filter="fade">
                                      <p:cBhvr additive="repl">
                                        <p:cTn id="71" dur="500"/>
                                        <p:tgtEl>
                                          <p:spTgt spid="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lumMod val="95000"/>
          </a:schemeClr>
        </a:solidFill>
      </p:bgPr>
    </p:bg>
    <p:spTree>
      <p:nvGrpSpPr>
        <p:cNvPr id="1" name=""/>
        <p:cNvGrpSpPr/>
        <p:nvPr/>
      </p:nvGrpSpPr>
      <p:grpSpPr>
        <a:xfrm>
          <a:off x="0" y="0"/>
          <a:ext cx="0" cy="0"/>
          <a:chOff x="0" y="0"/>
          <a:chExt cx="0" cy="0"/>
        </a:xfrm>
      </p:grpSpPr>
      <p:pic>
        <p:nvPicPr>
          <p:cNvPr id="480" name="Picture 5"/>
          <p:cNvPicPr/>
          <p:nvPr/>
        </p:nvPicPr>
        <p:blipFill>
          <a:blip r:embed="rId1"/>
          <a:stretch/>
        </p:blipFill>
        <p:spPr>
          <a:xfrm>
            <a:off x="467280" y="6410520"/>
            <a:ext cx="3705840" cy="295560"/>
          </a:xfrm>
          <a:prstGeom prst="rect">
            <a:avLst/>
          </a:prstGeom>
          <a:noFill/>
          <a:ln w="0">
            <a:noFill/>
          </a:ln>
        </p:spPr>
      </p:pic>
      <p:pic>
        <p:nvPicPr>
          <p:cNvPr id="481" name="Picture 1"/>
          <p:cNvPicPr/>
          <p:nvPr/>
        </p:nvPicPr>
        <p:blipFill>
          <a:blip r:embed="rId2"/>
          <a:stretch/>
        </p:blipFill>
        <p:spPr>
          <a:xfrm flipH="1">
            <a:off x="51120" y="3820320"/>
            <a:ext cx="1726920" cy="3009600"/>
          </a:xfrm>
          <a:prstGeom prst="rect">
            <a:avLst/>
          </a:prstGeom>
          <a:noFill/>
          <a:ln w="0">
            <a:noFill/>
          </a:ln>
        </p:spPr>
      </p:pic>
      <p:sp>
        <p:nvSpPr>
          <p:cNvPr id="482" name="PlaceHolder 1"/>
          <p:cNvSpPr>
            <a:spLocks noGrp="1"/>
          </p:cNvSpPr>
          <p:nvPr>
            <p:ph/>
          </p:nvPr>
        </p:nvSpPr>
        <p:spPr>
          <a:xfrm>
            <a:off x="802440" y="1371600"/>
            <a:ext cx="9027360" cy="5243040"/>
          </a:xfrm>
          <a:prstGeom prst="rect">
            <a:avLst/>
          </a:prstGeom>
          <a:noFill/>
          <a:ln w="0">
            <a:noFill/>
          </a:ln>
        </p:spPr>
        <p:txBody>
          <a:bodyPr lIns="91440" tIns="45720" rIns="91440" bIns="45720" anchor="t">
            <a:noAutofit/>
          </a:bodyPr>
          <a:p>
            <a:pPr marL="743040" indent="-285840" algn="l" defTabSz="457200">
              <a:lnSpc>
                <a:spcPct val="100000"/>
              </a:lnSpc>
              <a:spcBef>
                <a:spcPts val="1191"/>
              </a:spcBef>
              <a:spcAft>
                <a:spcPts val="992"/>
              </a:spcAft>
              <a:buClr>
                <a:srgbClr val="2E946B"/>
              </a:buClr>
              <a:buSzPct val="80000"/>
              <a:buFont typeface="Wingdings" charset="2"/>
              <a:buChar char=""/>
            </a:pPr>
            <a:r>
              <a:rPr lang="en-US" sz="2200" b="0" u="none" strike="noStrike">
                <a:solidFill>
                  <a:schemeClr val="dk1">
                    <a:lumMod val="75000"/>
                    <a:lumOff val="25000"/>
                  </a:schemeClr>
                </a:solidFill>
                <a:effectLst/>
                <a:uFillTx/>
                <a:latin typeface="Trebuchet MS"/>
              </a:rPr>
              <a:t>Google Colab: Cloud-based IDE for executing Python code.</a:t>
            </a:r>
            <a:endParaRPr lang="en-US" sz="2200" b="0" u="none" strike="noStrike">
              <a:solidFill>
                <a:schemeClr val="dk1">
                  <a:lumMod val="75000"/>
                  <a:lumOff val="25000"/>
                </a:schemeClr>
              </a:solidFill>
              <a:effectLst/>
              <a:uFillTx/>
              <a:latin typeface="Trebuchet MS"/>
            </a:endParaRPr>
          </a:p>
          <a:p>
            <a:pPr marL="743040" indent="-285840" algn="l" defTabSz="457200">
              <a:lnSpc>
                <a:spcPct val="100000"/>
              </a:lnSpc>
              <a:spcBef>
                <a:spcPts val="1191"/>
              </a:spcBef>
              <a:spcAft>
                <a:spcPts val="992"/>
              </a:spcAft>
              <a:buClr>
                <a:srgbClr val="2E946B"/>
              </a:buClr>
              <a:buSzPct val="80000"/>
              <a:buFont typeface="Wingdings" charset="2"/>
              <a:buChar char=""/>
            </a:pPr>
            <a:r>
              <a:rPr lang="en-US" sz="2200" b="0" u="none" strike="noStrike">
                <a:solidFill>
                  <a:schemeClr val="dk1">
                    <a:lumMod val="75000"/>
                    <a:lumOff val="25000"/>
                  </a:schemeClr>
                </a:solidFill>
                <a:effectLst/>
                <a:uFillTx/>
                <a:latin typeface="Trebuchet MS"/>
              </a:rPr>
              <a:t>Python: Core programming language.</a:t>
            </a:r>
            <a:endParaRPr lang="en-US" sz="2200" b="0" u="none" strike="noStrike">
              <a:solidFill>
                <a:schemeClr val="dk1">
                  <a:lumMod val="75000"/>
                  <a:lumOff val="25000"/>
                </a:schemeClr>
              </a:solidFill>
              <a:effectLst/>
              <a:uFillTx/>
              <a:latin typeface="Trebuchet MS"/>
            </a:endParaRPr>
          </a:p>
          <a:p>
            <a:pPr marL="743040" indent="-285840" algn="l" defTabSz="457200">
              <a:lnSpc>
                <a:spcPct val="100000"/>
              </a:lnSpc>
              <a:spcBef>
                <a:spcPts val="1191"/>
              </a:spcBef>
              <a:spcAft>
                <a:spcPts val="992"/>
              </a:spcAft>
              <a:buClr>
                <a:srgbClr val="2E946B"/>
              </a:buClr>
              <a:buSzPct val="80000"/>
              <a:buFont typeface="Wingdings" charset="2"/>
              <a:buChar char=""/>
            </a:pPr>
            <a:r>
              <a:rPr lang="en-US" sz="2200" b="0" u="none" strike="noStrike">
                <a:solidFill>
                  <a:schemeClr val="dk1">
                    <a:lumMod val="75000"/>
                    <a:lumOff val="25000"/>
                  </a:schemeClr>
                </a:solidFill>
                <a:effectLst/>
                <a:uFillTx/>
                <a:latin typeface="Trebuchet MS"/>
              </a:rPr>
              <a:t>Pandas: For data loading, manipulation, and cleaning.</a:t>
            </a:r>
            <a:endParaRPr lang="en-US" sz="2200" b="0" u="none" strike="noStrike">
              <a:solidFill>
                <a:schemeClr val="dk1">
                  <a:lumMod val="75000"/>
                  <a:lumOff val="25000"/>
                </a:schemeClr>
              </a:solidFill>
              <a:effectLst/>
              <a:uFillTx/>
              <a:latin typeface="Trebuchet MS"/>
            </a:endParaRPr>
          </a:p>
          <a:p>
            <a:pPr marL="743040" indent="-285840" algn="l" defTabSz="457200">
              <a:lnSpc>
                <a:spcPct val="100000"/>
              </a:lnSpc>
              <a:spcBef>
                <a:spcPts val="1191"/>
              </a:spcBef>
              <a:spcAft>
                <a:spcPts val="992"/>
              </a:spcAft>
              <a:buClr>
                <a:srgbClr val="2E946B"/>
              </a:buClr>
              <a:buSzPct val="80000"/>
              <a:buFont typeface="Wingdings" charset="2"/>
              <a:buChar char=""/>
            </a:pPr>
            <a:r>
              <a:rPr lang="en-US" sz="2200" b="0" u="none" strike="noStrike">
                <a:solidFill>
                  <a:schemeClr val="dk1">
                    <a:lumMod val="75000"/>
                    <a:lumOff val="25000"/>
                  </a:schemeClr>
                </a:solidFill>
                <a:effectLst/>
                <a:uFillTx/>
                <a:latin typeface="Trebuchet MS"/>
              </a:rPr>
              <a:t>NumPy: For high-performance numerical and statistical calculations.</a:t>
            </a:r>
            <a:endParaRPr lang="en-US" sz="2200" b="0" u="none" strike="noStrike">
              <a:solidFill>
                <a:schemeClr val="dk1">
                  <a:lumMod val="75000"/>
                  <a:lumOff val="25000"/>
                </a:schemeClr>
              </a:solidFill>
              <a:effectLst/>
              <a:uFillTx/>
              <a:latin typeface="Trebuchet MS"/>
            </a:endParaRPr>
          </a:p>
          <a:p>
            <a:pPr marL="743040" indent="-285840" algn="l" defTabSz="457200">
              <a:lnSpc>
                <a:spcPct val="100000"/>
              </a:lnSpc>
              <a:spcBef>
                <a:spcPts val="1191"/>
              </a:spcBef>
              <a:spcAft>
                <a:spcPts val="992"/>
              </a:spcAft>
              <a:buClr>
                <a:srgbClr val="2E946B"/>
              </a:buClr>
              <a:buSzPct val="80000"/>
              <a:buFont typeface="Wingdings" charset="2"/>
              <a:buChar char=""/>
            </a:pPr>
            <a:r>
              <a:rPr lang="en-US" sz="2200" b="0" u="none" strike="noStrike">
                <a:solidFill>
                  <a:schemeClr val="dk1">
                    <a:lumMod val="75000"/>
                    <a:lumOff val="25000"/>
                  </a:schemeClr>
                </a:solidFill>
                <a:effectLst/>
                <a:uFillTx/>
                <a:latin typeface="Trebuchet MS"/>
              </a:rPr>
              <a:t>Matplotlib: For creating static, insightful data visualizations.</a:t>
            </a:r>
            <a:endParaRPr lang="en-US" sz="2200" b="0" u="none" strike="noStrike">
              <a:solidFill>
                <a:schemeClr val="dk1">
                  <a:lumMod val="75000"/>
                  <a:lumOff val="25000"/>
                </a:schemeClr>
              </a:solidFill>
              <a:effectLst/>
              <a:uFillTx/>
              <a:latin typeface="Trebuchet MS"/>
            </a:endParaRPr>
          </a:p>
        </p:txBody>
      </p:sp>
      <p:sp>
        <p:nvSpPr>
          <p:cNvPr id="483" name="PlaceHolder 2"/>
          <p:cNvSpPr>
            <a:spLocks noGrp="1"/>
          </p:cNvSpPr>
          <p:nvPr>
            <p:ph type="title"/>
          </p:nvPr>
        </p:nvSpPr>
        <p:spPr>
          <a:xfrm>
            <a:off x="660240" y="430560"/>
            <a:ext cx="5306040" cy="847440"/>
          </a:xfrm>
          <a:prstGeom prst="rect">
            <a:avLst/>
          </a:prstGeom>
          <a:noFill/>
          <a:ln w="0">
            <a:noFill/>
          </a:ln>
        </p:spPr>
        <p:txBody>
          <a:bodyPr lIns="91440" tIns="45720" rIns="91440" bIns="45720" anchor="t">
            <a:normAutofit/>
          </a:bodyPr>
          <a:p>
            <a:pPr indent="0" algn="l" defTabSz="457200">
              <a:lnSpc>
                <a:spcPct val="100000"/>
              </a:lnSpc>
              <a:buNone/>
            </a:pPr>
            <a:r>
              <a:rPr lang="en-US" sz="4800" b="1" u="none" strike="noStrike">
                <a:solidFill>
                  <a:schemeClr val="dk1"/>
                </a:solidFill>
                <a:effectLst/>
                <a:uFillTx/>
                <a:latin typeface="Trebuchet MS"/>
              </a:rPr>
              <a:t>Technology Used</a:t>
            </a:r>
            <a:endParaRPr lang="en-US" sz="4800" b="1" u="none" strike="noStrike">
              <a:solidFill>
                <a:schemeClr val="dk1"/>
              </a:solidFill>
              <a:effectLst/>
              <a:uFillTx/>
              <a:latin typeface="Trebuchet MS"/>
            </a:endParaRPr>
          </a:p>
        </p:txBody>
      </p:sp>
    </p:spTree>
  </p:cSld>
  <mc:AlternateContent>
    <mc:Choice Requires="p14">
      <p:transition spd="slow" p14:dur="2000"/>
    </mc:Choice>
    <mc:Fallback>
      <p:transition spd="slow"/>
    </mc:Fallback>
  </mc:AlternateContent>
  <p:timing>
    <p:tnLst>
      <p:par>
        <p:cTn id="72" dur="indefinite" restart="never" nodeType="tmRoot">
          <p:childTnLst>
            <p:seq>
              <p:cTn id="73" dur="indefinite" nodeType="mainSeq">
                <p:childTnLst>
                  <p:par>
                    <p:cTn id="74" fill="hold">
                      <p:stCondLst>
                        <p:cond delay="indefinite"/>
                      </p:stCondLst>
                      <p:childTnLst>
                        <p:par>
                          <p:cTn id="75" fill="hold">
                            <p:stCondLst>
                              <p:cond delay="0"/>
                            </p:stCondLst>
                            <p:childTnLst>
                              <p:par>
                                <p:cTn id="76" presetID="53" presetClass="entr" fill="hold" nodeType="clickEffect" presetSubtype="16">
                                  <p:stCondLst>
                                    <p:cond delay="0"/>
                                  </p:stCondLst>
                                  <p:childTnLst>
                                    <p:set>
                                      <p:cBhvr>
                                        <p:cTn id="77" dur="1" fill="hold">
                                          <p:stCondLst>
                                            <p:cond delay="0"/>
                                          </p:stCondLst>
                                        </p:cTn>
                                        <p:tgtEl>
                                          <p:spTgt spid="483"/>
                                        </p:tgtEl>
                                        <p:attrNameLst>
                                          <p:attrName>style.visibility</p:attrName>
                                        </p:attrNameLst>
                                      </p:cBhvr>
                                      <p:to>
                                        <p:strVal val="visible"/>
                                      </p:to>
                                    </p:set>
                                    <p:anim calcmode="lin" valueType="num">
                                      <p:cBhvr additive="repl">
                                        <p:cTn id="78" dur="500" fill="hold"/>
                                        <p:tgtEl>
                                          <p:spTgt spid="483"/>
                                        </p:tgtEl>
                                        <p:attrNameLst>
                                          <p:attrName>ppt_w</p:attrName>
                                        </p:attrNameLst>
                                      </p:cBhvr>
                                      <p:tavLst>
                                        <p:tav>
                                          <p:val>
                                            <p:fltVal val="0"/>
                                          </p:val>
                                        </p:tav>
                                        <p:tav tm="100000">
                                          <p:val>
                                            <p:strVal val="#ppt_w"/>
                                          </p:val>
                                        </p:tav>
                                      </p:tavLst>
                                    </p:anim>
                                    <p:anim calcmode="lin" valueType="num">
                                      <p:cBhvr additive="repl">
                                        <p:cTn id="79" dur="500" fill="hold"/>
                                        <p:tgtEl>
                                          <p:spTgt spid="483"/>
                                        </p:tgtEl>
                                        <p:attrNameLst>
                                          <p:attrName>ppt_h</p:attrName>
                                        </p:attrNameLst>
                                      </p:cBhvr>
                                      <p:tavLst>
                                        <p:tav>
                                          <p:val>
                                            <p:fltVal val="0"/>
                                          </p:val>
                                        </p:tav>
                                        <p:tav tm="100000">
                                          <p:val>
                                            <p:strVal val="#ppt_h"/>
                                          </p:val>
                                        </p:tav>
                                      </p:tavLst>
                                    </p:anim>
                                    <p:animEffect transition="in" filter="fade">
                                      <p:cBhvr additive="repl">
                                        <p:cTn id="80" dur="500"/>
                                        <p:tgtEl>
                                          <p:spTgt spid="483"/>
                                        </p:tgtEl>
                                      </p:cBhvr>
                                    </p:animEffect>
                                  </p:childTnLst>
                                </p:cTn>
                              </p:par>
                            </p:childTnLst>
                          </p:cTn>
                        </p:par>
                      </p:childTnLst>
                    </p:cTn>
                  </p:par>
                  <p:par>
                    <p:cTn id="81" fill="hold">
                      <p:stCondLst>
                        <p:cond delay="indefinite"/>
                      </p:stCondLst>
                      <p:childTnLst>
                        <p:par>
                          <p:cTn id="82" fill="hold">
                            <p:stCondLst>
                              <p:cond delay="0"/>
                            </p:stCondLst>
                            <p:childTnLst>
                              <p:par>
                                <p:cTn id="83" presetID="42" presetClass="entr" fill="hold" nodeType="clickEffect">
                                  <p:stCondLst>
                                    <p:cond delay="0"/>
                                  </p:stCondLst>
                                  <p:endCondLst>
                                    <p:cond delay="0" evt="begin">
                                      <p:tn val="83"/>
                                    </p:cond>
                                  </p:endCondLst>
                                  <p:childTnLst>
                                    <p:set>
                                      <p:cBhvr>
                                        <p:cTn id="84" dur="1" fill="hold">
                                          <p:stCondLst>
                                            <p:cond delay="0"/>
                                          </p:stCondLst>
                                        </p:cTn>
                                        <p:tgtEl>
                                          <p:spTgt spid="482">
                                            <p:txEl>
                                              <p:pRg st="0" end="0"/>
                                            </p:txEl>
                                          </p:spTgt>
                                        </p:tgtEl>
                                        <p:attrNameLst>
                                          <p:attrName>style.visibility</p:attrName>
                                        </p:attrNameLst>
                                      </p:cBhvr>
                                      <p:to>
                                        <p:strVal val="visible"/>
                                      </p:to>
                                    </p:set>
                                    <p:animEffect transition="in" filter="fade">
                                      <p:cBhvr additive="repl">
                                        <p:cTn id="85" dur="1000"/>
                                        <p:tgtEl>
                                          <p:spTgt spid="482">
                                            <p:txEl>
                                              <p:pRg st="0" end="0"/>
                                            </p:txEl>
                                          </p:spTgt>
                                        </p:tgtEl>
                                      </p:cBhvr>
                                    </p:animEffect>
                                    <p:anim calcmode="lin" valueType="num">
                                      <p:cBhvr additive="repl">
                                        <p:cTn id="86" dur="1000" fill="hold"/>
                                        <p:tgtEl>
                                          <p:spTgt spid="482">
                                            <p:txEl>
                                              <p:pRg st="0" end="0"/>
                                            </p:txEl>
                                          </p:spTgt>
                                        </p:tgtEl>
                                        <p:attrNameLst>
                                          <p:attrName>ppt_x</p:attrName>
                                        </p:attrNameLst>
                                      </p:cBhvr>
                                      <p:tavLst>
                                        <p:tav>
                                          <p:val>
                                            <p:strVal val="#ppt_x"/>
                                          </p:val>
                                        </p:tav>
                                        <p:tav tm="100000">
                                          <p:val>
                                            <p:strVal val="#ppt_x"/>
                                          </p:val>
                                        </p:tav>
                                      </p:tavLst>
                                    </p:anim>
                                    <p:anim calcmode="lin" valueType="num">
                                      <p:cBhvr additive="repl">
                                        <p:cTn id="87" dur="1000" fill="hold"/>
                                        <p:tgtEl>
                                          <p:spTgt spid="482">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4" name="Picture 4"/>
          <p:cNvPicPr/>
          <p:nvPr/>
        </p:nvPicPr>
        <p:blipFill>
          <a:blip r:embed="rId1"/>
          <a:srcRect l="0" t="96170" r="0" b="0"/>
          <a:stretch/>
        </p:blipFill>
        <p:spPr>
          <a:xfrm>
            <a:off x="676080" y="6472080"/>
            <a:ext cx="2142720" cy="192600"/>
          </a:xfrm>
          <a:prstGeom prst="rect">
            <a:avLst/>
          </a:prstGeom>
          <a:noFill/>
          <a:ln w="0">
            <a:noFill/>
          </a:ln>
        </p:spPr>
      </p:pic>
      <p:sp>
        <p:nvSpPr>
          <p:cNvPr id="485" name="PlaceHolder 1"/>
          <p:cNvSpPr>
            <a:spLocks noGrp="1"/>
          </p:cNvSpPr>
          <p:nvPr>
            <p:ph type="title"/>
          </p:nvPr>
        </p:nvSpPr>
        <p:spPr>
          <a:xfrm>
            <a:off x="676080" y="370440"/>
            <a:ext cx="2981160" cy="830520"/>
          </a:xfrm>
          <a:prstGeom prst="rect">
            <a:avLst/>
          </a:prstGeom>
          <a:noFill/>
          <a:ln w="0">
            <a:noFill/>
          </a:ln>
        </p:spPr>
        <p:txBody>
          <a:bodyPr lIns="91440" tIns="45720" rIns="91440" bIns="45720" anchor="t">
            <a:normAutofit/>
          </a:bodyPr>
          <a:p>
            <a:pPr indent="0" algn="l" defTabSz="457200">
              <a:lnSpc>
                <a:spcPct val="100000"/>
              </a:lnSpc>
              <a:buNone/>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486"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487"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488" name="PlaceHolder 2"/>
          <p:cNvSpPr>
            <a:spLocks noGrp="1"/>
          </p:cNvSpPr>
          <p:nvPr>
            <p:ph/>
          </p:nvPr>
        </p:nvSpPr>
        <p:spPr>
          <a:xfrm>
            <a:off x="676080" y="5837760"/>
            <a:ext cx="4124520" cy="634320"/>
          </a:xfrm>
          <a:prstGeom prst="rect">
            <a:avLst/>
          </a:prstGeom>
          <a:noFill/>
          <a:ln w="0">
            <a:noFill/>
          </a:ln>
        </p:spPr>
        <p:txBody>
          <a:bodyPr lIns="91440" tIns="45720" rIns="91440" bIns="45720" anchor="t">
            <a:normAutofit fontScale="85000" lnSpcReduction="19999"/>
          </a:bodyPr>
          <a:p>
            <a:pPr indent="0" algn="l" defTabSz="457200">
              <a:lnSpc>
                <a:spcPct val="100000"/>
              </a:lnSpc>
              <a:spcBef>
                <a:spcPts val="1001"/>
              </a:spcBef>
              <a:buNone/>
              <a:tabLst>
                <a:tab pos="0" algn="l"/>
              </a:tabLst>
            </a:pPr>
            <a:r>
              <a:rPr lang="en-US" sz="2000" b="0" u="none" strike="noStrike">
                <a:solidFill>
                  <a:schemeClr val="dk1">
                    <a:lumMod val="75000"/>
                    <a:lumOff val="25000"/>
                  </a:schemeClr>
                </a:solidFill>
                <a:effectLst/>
                <a:uFillTx/>
                <a:latin typeface="Trebuchet MS"/>
              </a:rPr>
              <a:t>Initializing the analysis………</a:t>
            </a:r>
            <a:endParaRPr lang="en-US" sz="2000" b="0" u="none" strike="noStrike">
              <a:solidFill>
                <a:schemeClr val="dk1"/>
              </a:solidFill>
              <a:effectLst/>
              <a:uFillTx/>
              <a:latin typeface="Trebuchet MS"/>
            </a:endParaRPr>
          </a:p>
          <a:p>
            <a:pPr indent="0" algn="l" defTabSz="457200">
              <a:lnSpc>
                <a:spcPct val="100000"/>
              </a:lnSpc>
              <a:spcBef>
                <a:spcPts val="1001"/>
              </a:spcBef>
              <a:buNone/>
              <a:tabLst>
                <a:tab pos="0" algn="l"/>
              </a:tabLst>
            </a:pPr>
            <a:r>
              <a:rPr lang="en-US" sz="2000" b="0" u="none" strike="noStrike">
                <a:solidFill>
                  <a:schemeClr val="dk1">
                    <a:lumMod val="75000"/>
                    <a:lumOff val="25000"/>
                  </a:schemeClr>
                </a:solidFill>
                <a:effectLst/>
                <a:uFillTx/>
                <a:latin typeface="Trebuchet MS"/>
              </a:rPr>
              <a:t>Cleaned dateset</a:t>
            </a:r>
            <a:endParaRPr lang="en-US" sz="2000" b="0" u="none" strike="noStrike">
              <a:solidFill>
                <a:schemeClr val="dk1"/>
              </a:solidFill>
              <a:effectLst/>
              <a:uFillTx/>
              <a:latin typeface="Trebuchet MS"/>
            </a:endParaRPr>
          </a:p>
        </p:txBody>
      </p:sp>
      <p:pic>
        <p:nvPicPr>
          <p:cNvPr id="489" name=""/>
          <p:cNvPicPr/>
          <p:nvPr/>
        </p:nvPicPr>
        <p:blipFill>
          <a:blip r:embed="rId2"/>
          <a:stretch/>
        </p:blipFill>
        <p:spPr>
          <a:xfrm>
            <a:off x="685800" y="1143000"/>
            <a:ext cx="8915400" cy="4513680"/>
          </a:xfrm>
          <a:prstGeom prst="rect">
            <a:avLst/>
          </a:prstGeom>
          <a:noFill/>
          <a:ln w="0">
            <a:noFill/>
          </a:ln>
        </p:spPr>
      </p:pic>
    </p:spTree>
  </p:cSld>
  <mc:AlternateContent>
    <mc:Choice Requires="p14">
      <p:transition spd="slow" p14:dur="2000"/>
    </mc:Choice>
    <mc:Fallback>
      <p:transition spd="slow"/>
    </mc:Fallback>
  </mc:AlternateContent>
  <p:timing>
    <p:tnLst>
      <p:par>
        <p:cTn id="88" dur="indefinite" restart="never" nodeType="tmRoot">
          <p:childTnLst>
            <p:seq>
              <p:cTn id="89" dur="indefinite" nodeType="mainSeq">
                <p:childTnLst>
                  <p:par>
                    <p:cTn id="90" fill="hold">
                      <p:stCondLst>
                        <p:cond delay="indefinite"/>
                      </p:stCondLst>
                      <p:childTnLst>
                        <p:par>
                          <p:cTn id="91" fill="hold">
                            <p:stCondLst>
                              <p:cond delay="0"/>
                            </p:stCondLst>
                            <p:childTnLst>
                              <p:par>
                                <p:cTn id="92" presetID="53" presetClass="entr" fill="hold" nodeType="clickEffect" presetSubtype="16">
                                  <p:stCondLst>
                                    <p:cond delay="0"/>
                                  </p:stCondLst>
                                  <p:childTnLst>
                                    <p:set>
                                      <p:cBhvr>
                                        <p:cTn id="93" dur="1" fill="hold">
                                          <p:stCondLst>
                                            <p:cond delay="0"/>
                                          </p:stCondLst>
                                        </p:cTn>
                                        <p:tgtEl>
                                          <p:spTgt spid="485"/>
                                        </p:tgtEl>
                                        <p:attrNameLst>
                                          <p:attrName>style.visibility</p:attrName>
                                        </p:attrNameLst>
                                      </p:cBhvr>
                                      <p:to>
                                        <p:strVal val="visible"/>
                                      </p:to>
                                    </p:set>
                                    <p:anim calcmode="lin" valueType="num">
                                      <p:cBhvr additive="repl">
                                        <p:cTn id="94" dur="500" fill="hold"/>
                                        <p:tgtEl>
                                          <p:spTgt spid="485"/>
                                        </p:tgtEl>
                                        <p:attrNameLst>
                                          <p:attrName>ppt_w</p:attrName>
                                        </p:attrNameLst>
                                      </p:cBhvr>
                                      <p:tavLst>
                                        <p:tav>
                                          <p:val>
                                            <p:fltVal val="0"/>
                                          </p:val>
                                        </p:tav>
                                        <p:tav tm="100000">
                                          <p:val>
                                            <p:strVal val="#ppt_w"/>
                                          </p:val>
                                        </p:tav>
                                      </p:tavLst>
                                    </p:anim>
                                    <p:anim calcmode="lin" valueType="num">
                                      <p:cBhvr additive="repl">
                                        <p:cTn id="95" dur="500" fill="hold"/>
                                        <p:tgtEl>
                                          <p:spTgt spid="485"/>
                                        </p:tgtEl>
                                        <p:attrNameLst>
                                          <p:attrName>ppt_h</p:attrName>
                                        </p:attrNameLst>
                                      </p:cBhvr>
                                      <p:tavLst>
                                        <p:tav>
                                          <p:val>
                                            <p:fltVal val="0"/>
                                          </p:val>
                                        </p:tav>
                                        <p:tav tm="100000">
                                          <p:val>
                                            <p:strVal val="#ppt_h"/>
                                          </p:val>
                                        </p:tav>
                                      </p:tavLst>
                                    </p:anim>
                                    <p:animEffect transition="in" filter="fade">
                                      <p:cBhvr additive="repl">
                                        <p:cTn id="96" dur="500"/>
                                        <p:tgtEl>
                                          <p:spTgt spid="485"/>
                                        </p:tgtEl>
                                      </p:cBhvr>
                                    </p:animEffect>
                                  </p:childTnLst>
                                </p:cTn>
                              </p:par>
                            </p:childTnLst>
                          </p:cTn>
                        </p:par>
                      </p:childTnLst>
                    </p:cTn>
                  </p:par>
                  <p:par>
                    <p:cTn id="97" fill="hold">
                      <p:stCondLst>
                        <p:cond delay="indefinite"/>
                      </p:stCondLst>
                      <p:childTnLst>
                        <p:par>
                          <p:cTn id="98" fill="hold">
                            <p:stCondLst>
                              <p:cond delay="0"/>
                            </p:stCondLst>
                            <p:childTnLst>
                              <p:par>
                                <p:cTn id="99" presetID="42" presetClass="entr" fill="hold" nodeType="clickEffect">
                                  <p:stCondLst>
                                    <p:cond delay="0"/>
                                  </p:stCondLst>
                                  <p:endCondLst>
                                    <p:cond delay="0" evt="begin">
                                      <p:tn val="99"/>
                                    </p:cond>
                                  </p:endCondLst>
                                  <p:childTnLst>
                                    <p:set>
                                      <p:cBhvr>
                                        <p:cTn id="100" dur="1" fill="hold">
                                          <p:stCondLst>
                                            <p:cond delay="0"/>
                                          </p:stCondLst>
                                        </p:cTn>
                                        <p:tgtEl>
                                          <p:spTgt spid="486"/>
                                        </p:tgtEl>
                                        <p:attrNameLst>
                                          <p:attrName>style.visibility</p:attrName>
                                        </p:attrNameLst>
                                      </p:cBhvr>
                                      <p:to>
                                        <p:strVal val="visible"/>
                                      </p:to>
                                    </p:set>
                                    <p:animEffect transition="in" filter="fade">
                                      <p:cBhvr additive="repl">
                                        <p:cTn id="101" dur="1000"/>
                                        <p:tgtEl>
                                          <p:spTgt spid="486"/>
                                        </p:tgtEl>
                                      </p:cBhvr>
                                    </p:animEffect>
                                    <p:anim calcmode="lin" valueType="num">
                                      <p:cBhvr additive="repl">
                                        <p:cTn id="102" dur="1000" fill="hold"/>
                                        <p:tgtEl>
                                          <p:spTgt spid="486"/>
                                        </p:tgtEl>
                                        <p:attrNameLst>
                                          <p:attrName>ppt_x</p:attrName>
                                        </p:attrNameLst>
                                      </p:cBhvr>
                                      <p:tavLst>
                                        <p:tav>
                                          <p:val>
                                            <p:strVal val="#ppt_x"/>
                                          </p:val>
                                        </p:tav>
                                        <p:tav tm="100000">
                                          <p:val>
                                            <p:strVal val="#ppt_x"/>
                                          </p:val>
                                        </p:tav>
                                      </p:tavLst>
                                    </p:anim>
                                    <p:anim calcmode="lin" valueType="num">
                                      <p:cBhvr additive="repl">
                                        <p:cTn id="103" dur="1000" fill="hold"/>
                                        <p:tgtEl>
                                          <p:spTgt spid="486"/>
                                        </p:tgtEl>
                                        <p:attrNameLst>
                                          <p:attrName>ppt_y</p:attrName>
                                        </p:attrNameLst>
                                      </p:cBhvr>
                                      <p:tavLst>
                                        <p:tav>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fill="hold" nodeType="clickEffect">
                                  <p:stCondLst>
                                    <p:cond delay="0"/>
                                  </p:stCondLst>
                                  <p:endCondLst>
                                    <p:cond delay="0" evt="begin">
                                      <p:tn val="106"/>
                                    </p:cond>
                                  </p:endCondLst>
                                  <p:childTnLst>
                                    <p:set>
                                      <p:cBhvr>
                                        <p:cTn id="107" dur="1" fill="hold">
                                          <p:stCondLst>
                                            <p:cond delay="0"/>
                                          </p:stCondLst>
                                        </p:cTn>
                                        <p:tgtEl>
                                          <p:spTgt spid="487"/>
                                        </p:tgtEl>
                                        <p:attrNameLst>
                                          <p:attrName>style.visibility</p:attrName>
                                        </p:attrNameLst>
                                      </p:cBhvr>
                                      <p:to>
                                        <p:strVal val="visible"/>
                                      </p:to>
                                    </p:set>
                                    <p:animEffect transition="in" filter="fade">
                                      <p:cBhvr additive="repl">
                                        <p:cTn id="108" dur="1000"/>
                                        <p:tgtEl>
                                          <p:spTgt spid="487"/>
                                        </p:tgtEl>
                                      </p:cBhvr>
                                    </p:animEffect>
                                    <p:anim calcmode="lin" valueType="num">
                                      <p:cBhvr additive="repl">
                                        <p:cTn id="109" dur="1000" fill="hold"/>
                                        <p:tgtEl>
                                          <p:spTgt spid="487"/>
                                        </p:tgtEl>
                                        <p:attrNameLst>
                                          <p:attrName>ppt_x</p:attrName>
                                        </p:attrNameLst>
                                      </p:cBhvr>
                                      <p:tavLst>
                                        <p:tav>
                                          <p:val>
                                            <p:strVal val="#ppt_x"/>
                                          </p:val>
                                        </p:tav>
                                        <p:tav tm="100000">
                                          <p:val>
                                            <p:strVal val="#ppt_x"/>
                                          </p:val>
                                        </p:tav>
                                      </p:tavLst>
                                    </p:anim>
                                    <p:anim calcmode="lin" valueType="num">
                                      <p:cBhvr additive="repl">
                                        <p:cTn id="110" dur="1000" fill="hold"/>
                                        <p:tgtEl>
                                          <p:spTgt spid="487"/>
                                        </p:tgtEl>
                                        <p:attrNameLst>
                                          <p:attrName>ppt_y</p:attrName>
                                        </p:attrNameLst>
                                      </p:cBhvr>
                                      <p:tavLst>
                                        <p:tav>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fill="hold" nodeType="clickEffect">
                                  <p:stCondLst>
                                    <p:cond delay="0"/>
                                  </p:stCondLst>
                                  <p:childTnLst>
                                    <p:set>
                                      <p:cBhvr>
                                        <p:cTn id="114" dur="1" fill="hold">
                                          <p:stCondLst>
                                            <p:cond delay="0"/>
                                          </p:stCondLst>
                                        </p:cTn>
                                        <p:tgtEl>
                                          <p:spTgt spid="488">
                                            <p:txEl>
                                              <p:pRg st="0" end="0"/>
                                            </p:txEl>
                                          </p:spTgt>
                                        </p:tgtEl>
                                        <p:attrNameLst>
                                          <p:attrName>style.visibility</p:attrName>
                                        </p:attrNameLst>
                                      </p:cBhvr>
                                      <p:to>
                                        <p:strVal val="visible"/>
                                      </p:to>
                                    </p:set>
                                    <p:animEffect transition="in" filter="fade">
                                      <p:cBhvr additive="repl">
                                        <p:cTn id="115" dur="1000"/>
                                        <p:tgtEl>
                                          <p:spTgt spid="488">
                                            <p:txEl>
                                              <p:pRg st="0" end="0"/>
                                            </p:txEl>
                                          </p:spTgt>
                                        </p:tgtEl>
                                      </p:cBhvr>
                                    </p:animEffect>
                                    <p:anim calcmode="lin" valueType="num">
                                      <p:cBhvr additive="repl">
                                        <p:cTn id="116" dur="1000" fill="hold"/>
                                        <p:tgtEl>
                                          <p:spTgt spid="488">
                                            <p:txEl>
                                              <p:pRg st="0" end="0"/>
                                            </p:txEl>
                                          </p:spTgt>
                                        </p:tgtEl>
                                        <p:attrNameLst>
                                          <p:attrName>ppt_x</p:attrName>
                                        </p:attrNameLst>
                                      </p:cBhvr>
                                      <p:tavLst>
                                        <p:tav>
                                          <p:val>
                                            <p:strVal val="#ppt_x"/>
                                          </p:val>
                                        </p:tav>
                                        <p:tav tm="100000">
                                          <p:val>
                                            <p:strVal val="#ppt_x"/>
                                          </p:val>
                                        </p:tav>
                                      </p:tavLst>
                                    </p:anim>
                                    <p:anim calcmode="lin" valueType="num">
                                      <p:cBhvr additive="repl">
                                        <p:cTn id="117" dur="1000" fill="hold"/>
                                        <p:tgtEl>
                                          <p:spTgt spid="488">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0" name="Picture 4"/>
          <p:cNvPicPr/>
          <p:nvPr/>
        </p:nvPicPr>
        <p:blipFill>
          <a:blip r:embed="rId1"/>
          <a:srcRect l="0" t="96170" r="0" b="0"/>
          <a:stretch/>
        </p:blipFill>
        <p:spPr>
          <a:xfrm>
            <a:off x="676080" y="6472080"/>
            <a:ext cx="2142720" cy="192600"/>
          </a:xfrm>
          <a:prstGeom prst="rect">
            <a:avLst/>
          </a:prstGeom>
          <a:noFill/>
          <a:ln w="0">
            <a:noFill/>
          </a:ln>
        </p:spPr>
      </p:pic>
      <p:sp>
        <p:nvSpPr>
          <p:cNvPr id="491" name="PlaceHolder 1"/>
          <p:cNvSpPr>
            <a:spLocks noGrp="1"/>
          </p:cNvSpPr>
          <p:nvPr>
            <p:ph type="title"/>
          </p:nvPr>
        </p:nvSpPr>
        <p:spPr>
          <a:xfrm>
            <a:off x="676080" y="370440"/>
            <a:ext cx="2981160" cy="830520"/>
          </a:xfrm>
          <a:prstGeom prst="rect">
            <a:avLst/>
          </a:prstGeom>
          <a:noFill/>
          <a:ln w="0">
            <a:noFill/>
          </a:ln>
        </p:spPr>
        <p:txBody>
          <a:bodyPr lIns="91440" tIns="45720" rIns="91440" bIns="45720" anchor="t">
            <a:normAutofit/>
          </a:bodyPr>
          <a:p>
            <a:pPr indent="0" algn="l" defTabSz="457200">
              <a:lnSpc>
                <a:spcPct val="100000"/>
              </a:lnSpc>
              <a:buNone/>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492"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493"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494" name="PlaceHolder 2"/>
          <p:cNvSpPr>
            <a:spLocks noGrp="1"/>
          </p:cNvSpPr>
          <p:nvPr>
            <p:ph/>
          </p:nvPr>
        </p:nvSpPr>
        <p:spPr>
          <a:xfrm>
            <a:off x="914400" y="4780800"/>
            <a:ext cx="4503240" cy="477000"/>
          </a:xfrm>
          <a:prstGeom prst="rect">
            <a:avLst/>
          </a:prstGeom>
          <a:noFill/>
          <a:ln w="0">
            <a:noFill/>
          </a:ln>
        </p:spPr>
        <p:txBody>
          <a:bodyPr lIns="91440" tIns="45720" rIns="91440" bIns="45720" anchor="t">
            <a:noAutofit/>
          </a:bodyPr>
          <a:p>
            <a:pPr indent="0" algn="l" defTabSz="457200">
              <a:lnSpc>
                <a:spcPct val="100000"/>
              </a:lnSpc>
              <a:spcBef>
                <a:spcPts val="1001"/>
              </a:spcBef>
              <a:buNone/>
              <a:tabLst>
                <a:tab pos="0" algn="l"/>
              </a:tabLst>
            </a:pPr>
            <a:r>
              <a:rPr lang="en-US" sz="2000" b="0" u="sng" strike="noStrike">
                <a:solidFill>
                  <a:schemeClr val="dk1">
                    <a:lumMod val="75000"/>
                    <a:lumOff val="25000"/>
                  </a:schemeClr>
                </a:solidFill>
                <a:effectLst/>
                <a:uFillTx/>
                <a:latin typeface="Trebuchet MS"/>
              </a:rPr>
              <a:t>Bar Graph of Average Crop Production</a:t>
            </a:r>
            <a:endParaRPr lang="en-US" sz="2000" b="0" u="sng" strike="noStrike">
              <a:solidFill>
                <a:schemeClr val="dk1"/>
              </a:solidFill>
              <a:effectLst/>
              <a:uFillTx/>
              <a:latin typeface="Trebuchet MS"/>
            </a:endParaRPr>
          </a:p>
        </p:txBody>
      </p:sp>
      <p:pic>
        <p:nvPicPr>
          <p:cNvPr id="495" name=""/>
          <p:cNvPicPr/>
          <p:nvPr/>
        </p:nvPicPr>
        <p:blipFill>
          <a:blip r:embed="rId2"/>
          <a:stretch/>
        </p:blipFill>
        <p:spPr>
          <a:xfrm>
            <a:off x="228600" y="1200960"/>
            <a:ext cx="6088320" cy="3599640"/>
          </a:xfrm>
          <a:prstGeom prst="rect">
            <a:avLst/>
          </a:prstGeom>
          <a:noFill/>
          <a:ln w="0">
            <a:noFill/>
          </a:ln>
        </p:spPr>
      </p:pic>
      <p:pic>
        <p:nvPicPr>
          <p:cNvPr id="496" name=""/>
          <p:cNvPicPr/>
          <p:nvPr/>
        </p:nvPicPr>
        <p:blipFill>
          <a:blip r:embed="rId3"/>
          <a:stretch/>
        </p:blipFill>
        <p:spPr>
          <a:xfrm>
            <a:off x="685800" y="5257800"/>
            <a:ext cx="7743600" cy="1133280"/>
          </a:xfrm>
          <a:prstGeom prst="rect">
            <a:avLst/>
          </a:prstGeom>
          <a:noFill/>
          <a:ln w="0">
            <a:noFill/>
          </a:ln>
        </p:spPr>
      </p:pic>
      <p:sp>
        <p:nvSpPr>
          <p:cNvPr id="497" name="Text Placeholder 5"/>
          <p:cNvSpPr txBox="1"/>
          <p:nvPr/>
        </p:nvSpPr>
        <p:spPr>
          <a:xfrm>
            <a:off x="914400" y="6381000"/>
            <a:ext cx="4503240" cy="477000"/>
          </a:xfrm>
          <a:prstGeom prst="rect">
            <a:avLst/>
          </a:prstGeom>
          <a:noFill/>
          <a:ln w="0">
            <a:noFill/>
          </a:ln>
        </p:spPr>
        <p:txBody>
          <a:bodyPr anchor="t">
            <a:noAutofit/>
          </a:bodyPr>
          <a:p>
            <a:pPr defTabSz="457200">
              <a:lnSpc>
                <a:spcPct val="100000"/>
              </a:lnSpc>
              <a:spcBef>
                <a:spcPts val="1001"/>
              </a:spcBef>
              <a:tabLst>
                <a:tab pos="0" algn="l"/>
              </a:tabLst>
            </a:pPr>
            <a:r>
              <a:rPr lang="en-US" sz="2000" b="0" u="sng" strike="noStrike">
                <a:solidFill>
                  <a:schemeClr val="dk1">
                    <a:lumMod val="75000"/>
                    <a:lumOff val="25000"/>
                  </a:schemeClr>
                </a:solidFill>
                <a:effectLst/>
                <a:uFillTx/>
                <a:latin typeface="Trebuchet MS"/>
              </a:rPr>
              <a:t>Maximum Production Recorded</a:t>
            </a:r>
            <a:endParaRPr lang="en-US" sz="2000" b="0" u="sng" strike="noStrike">
              <a:solidFill>
                <a:schemeClr val="dk1"/>
              </a:solidFill>
              <a:effectLst/>
              <a:uFillTx/>
              <a:latin typeface="Trebuchet MS"/>
            </a:endParaRPr>
          </a:p>
        </p:txBody>
      </p:sp>
    </p:spTree>
  </p:cSld>
  <mc:AlternateContent>
    <mc:Choice Requires="p14">
      <p:transition spd="slow" p14:dur="2000"/>
    </mc:Choice>
    <mc:Fallback>
      <p:transition spd="slow"/>
    </mc:Fallback>
  </mc:AlternateContent>
  <p:timing>
    <p:tnLst>
      <p:par>
        <p:cTn id="118" dur="indefinite" restart="never" nodeType="tmRoot">
          <p:childTnLst>
            <p:seq>
              <p:cTn id="119" dur="indefinite" nodeType="mainSeq">
                <p:childTnLst>
                  <p:par>
                    <p:cTn id="120" fill="hold">
                      <p:stCondLst>
                        <p:cond delay="indefinite"/>
                      </p:stCondLst>
                      <p:childTnLst>
                        <p:par>
                          <p:cTn id="121" fill="hold">
                            <p:stCondLst>
                              <p:cond delay="0"/>
                            </p:stCondLst>
                            <p:childTnLst>
                              <p:par>
                                <p:cTn id="122" presetID="53" presetClass="entr" fill="hold" nodeType="clickEffect" presetSubtype="16">
                                  <p:stCondLst>
                                    <p:cond delay="0"/>
                                  </p:stCondLst>
                                  <p:childTnLst>
                                    <p:set>
                                      <p:cBhvr>
                                        <p:cTn id="123" dur="1" fill="hold">
                                          <p:stCondLst>
                                            <p:cond delay="0"/>
                                          </p:stCondLst>
                                        </p:cTn>
                                        <p:tgtEl>
                                          <p:spTgt spid="491"/>
                                        </p:tgtEl>
                                        <p:attrNameLst>
                                          <p:attrName>style.visibility</p:attrName>
                                        </p:attrNameLst>
                                      </p:cBhvr>
                                      <p:to>
                                        <p:strVal val="visible"/>
                                      </p:to>
                                    </p:set>
                                    <p:anim calcmode="lin" valueType="num">
                                      <p:cBhvr additive="repl">
                                        <p:cTn id="124" dur="500" fill="hold"/>
                                        <p:tgtEl>
                                          <p:spTgt spid="491"/>
                                        </p:tgtEl>
                                        <p:attrNameLst>
                                          <p:attrName>ppt_w</p:attrName>
                                        </p:attrNameLst>
                                      </p:cBhvr>
                                      <p:tavLst>
                                        <p:tav>
                                          <p:val>
                                            <p:fltVal val="0"/>
                                          </p:val>
                                        </p:tav>
                                        <p:tav tm="100000">
                                          <p:val>
                                            <p:strVal val="#ppt_w"/>
                                          </p:val>
                                        </p:tav>
                                      </p:tavLst>
                                    </p:anim>
                                    <p:anim calcmode="lin" valueType="num">
                                      <p:cBhvr additive="repl">
                                        <p:cTn id="125" dur="500" fill="hold"/>
                                        <p:tgtEl>
                                          <p:spTgt spid="491"/>
                                        </p:tgtEl>
                                        <p:attrNameLst>
                                          <p:attrName>ppt_h</p:attrName>
                                        </p:attrNameLst>
                                      </p:cBhvr>
                                      <p:tavLst>
                                        <p:tav>
                                          <p:val>
                                            <p:fltVal val="0"/>
                                          </p:val>
                                        </p:tav>
                                        <p:tav tm="100000">
                                          <p:val>
                                            <p:strVal val="#ppt_h"/>
                                          </p:val>
                                        </p:tav>
                                      </p:tavLst>
                                    </p:anim>
                                    <p:animEffect transition="in" filter="fade">
                                      <p:cBhvr additive="repl">
                                        <p:cTn id="126" dur="500"/>
                                        <p:tgtEl>
                                          <p:spTgt spid="491"/>
                                        </p:tgtEl>
                                      </p:cBhvr>
                                    </p:animEffect>
                                  </p:childTnLst>
                                </p:cTn>
                              </p:par>
                            </p:childTnLst>
                          </p:cTn>
                        </p:par>
                      </p:childTnLst>
                    </p:cTn>
                  </p:par>
                  <p:par>
                    <p:cTn id="127" fill="hold">
                      <p:stCondLst>
                        <p:cond delay="indefinite"/>
                      </p:stCondLst>
                      <p:childTnLst>
                        <p:par>
                          <p:cTn id="128" fill="hold">
                            <p:stCondLst>
                              <p:cond delay="0"/>
                            </p:stCondLst>
                            <p:childTnLst>
                              <p:par>
                                <p:cTn id="129" presetID="42" presetClass="entr" fill="hold" nodeType="clickEffect">
                                  <p:stCondLst>
                                    <p:cond delay="0"/>
                                  </p:stCondLst>
                                  <p:endCondLst>
                                    <p:cond delay="0" evt="begin">
                                      <p:tn val="129"/>
                                    </p:cond>
                                  </p:endCondLst>
                                  <p:childTnLst>
                                    <p:set>
                                      <p:cBhvr>
                                        <p:cTn id="130" dur="1" fill="hold">
                                          <p:stCondLst>
                                            <p:cond delay="0"/>
                                          </p:stCondLst>
                                        </p:cTn>
                                        <p:tgtEl>
                                          <p:spTgt spid="492"/>
                                        </p:tgtEl>
                                        <p:attrNameLst>
                                          <p:attrName>style.visibility</p:attrName>
                                        </p:attrNameLst>
                                      </p:cBhvr>
                                      <p:to>
                                        <p:strVal val="visible"/>
                                      </p:to>
                                    </p:set>
                                    <p:animEffect transition="in" filter="fade">
                                      <p:cBhvr additive="repl">
                                        <p:cTn id="131" dur="1000"/>
                                        <p:tgtEl>
                                          <p:spTgt spid="492"/>
                                        </p:tgtEl>
                                      </p:cBhvr>
                                    </p:animEffect>
                                    <p:anim calcmode="lin" valueType="num">
                                      <p:cBhvr additive="repl">
                                        <p:cTn id="132" dur="1000" fill="hold"/>
                                        <p:tgtEl>
                                          <p:spTgt spid="492"/>
                                        </p:tgtEl>
                                        <p:attrNameLst>
                                          <p:attrName>ppt_x</p:attrName>
                                        </p:attrNameLst>
                                      </p:cBhvr>
                                      <p:tavLst>
                                        <p:tav>
                                          <p:val>
                                            <p:strVal val="#ppt_x"/>
                                          </p:val>
                                        </p:tav>
                                        <p:tav tm="100000">
                                          <p:val>
                                            <p:strVal val="#ppt_x"/>
                                          </p:val>
                                        </p:tav>
                                      </p:tavLst>
                                    </p:anim>
                                    <p:anim calcmode="lin" valueType="num">
                                      <p:cBhvr additive="repl">
                                        <p:cTn id="133" dur="1000" fill="hold"/>
                                        <p:tgtEl>
                                          <p:spTgt spid="492"/>
                                        </p:tgtEl>
                                        <p:attrNameLst>
                                          <p:attrName>ppt_y</p:attrName>
                                        </p:attrNameLst>
                                      </p:cBhvr>
                                      <p:tavLst>
                                        <p:tav>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42" presetClass="entr" fill="hold" nodeType="clickEffect">
                                  <p:stCondLst>
                                    <p:cond delay="0"/>
                                  </p:stCondLst>
                                  <p:endCondLst>
                                    <p:cond delay="0" evt="begin">
                                      <p:tn val="136"/>
                                    </p:cond>
                                  </p:endCondLst>
                                  <p:childTnLst>
                                    <p:set>
                                      <p:cBhvr>
                                        <p:cTn id="137" dur="1" fill="hold">
                                          <p:stCondLst>
                                            <p:cond delay="0"/>
                                          </p:stCondLst>
                                        </p:cTn>
                                        <p:tgtEl>
                                          <p:spTgt spid="493"/>
                                        </p:tgtEl>
                                        <p:attrNameLst>
                                          <p:attrName>style.visibility</p:attrName>
                                        </p:attrNameLst>
                                      </p:cBhvr>
                                      <p:to>
                                        <p:strVal val="visible"/>
                                      </p:to>
                                    </p:set>
                                    <p:animEffect transition="in" filter="fade">
                                      <p:cBhvr additive="repl">
                                        <p:cTn id="138" dur="1000"/>
                                        <p:tgtEl>
                                          <p:spTgt spid="493"/>
                                        </p:tgtEl>
                                      </p:cBhvr>
                                    </p:animEffect>
                                    <p:anim calcmode="lin" valueType="num">
                                      <p:cBhvr additive="repl">
                                        <p:cTn id="139" dur="1000" fill="hold"/>
                                        <p:tgtEl>
                                          <p:spTgt spid="493"/>
                                        </p:tgtEl>
                                        <p:attrNameLst>
                                          <p:attrName>ppt_x</p:attrName>
                                        </p:attrNameLst>
                                      </p:cBhvr>
                                      <p:tavLst>
                                        <p:tav>
                                          <p:val>
                                            <p:strVal val="#ppt_x"/>
                                          </p:val>
                                        </p:tav>
                                        <p:tav tm="100000">
                                          <p:val>
                                            <p:strVal val="#ppt_x"/>
                                          </p:val>
                                        </p:tav>
                                      </p:tavLst>
                                    </p:anim>
                                    <p:anim calcmode="lin" valueType="num">
                                      <p:cBhvr additive="repl">
                                        <p:cTn id="140" dur="1000" fill="hold"/>
                                        <p:tgtEl>
                                          <p:spTgt spid="493"/>
                                        </p:tgtEl>
                                        <p:attrNameLst>
                                          <p:attrName>ppt_y</p:attrName>
                                        </p:attrNameLst>
                                      </p:cBhvr>
                                      <p:tavLst>
                                        <p:tav>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42" presetClass="entr" fill="hold" nodeType="clickEffect">
                                  <p:stCondLst>
                                    <p:cond delay="0"/>
                                  </p:stCondLst>
                                  <p:childTnLst>
                                    <p:set>
                                      <p:cBhvr>
                                        <p:cTn id="144" dur="1" fill="hold">
                                          <p:stCondLst>
                                            <p:cond delay="0"/>
                                          </p:stCondLst>
                                        </p:cTn>
                                        <p:tgtEl>
                                          <p:spTgt spid="494">
                                            <p:txEl>
                                              <p:pRg st="0" end="0"/>
                                            </p:txEl>
                                          </p:spTgt>
                                        </p:tgtEl>
                                        <p:attrNameLst>
                                          <p:attrName>style.visibility</p:attrName>
                                        </p:attrNameLst>
                                      </p:cBhvr>
                                      <p:to>
                                        <p:strVal val="visible"/>
                                      </p:to>
                                    </p:set>
                                    <p:animEffect transition="in" filter="fade">
                                      <p:cBhvr additive="repl">
                                        <p:cTn id="145" dur="1000"/>
                                        <p:tgtEl>
                                          <p:spTgt spid="494">
                                            <p:txEl>
                                              <p:pRg st="0" end="0"/>
                                            </p:txEl>
                                          </p:spTgt>
                                        </p:tgtEl>
                                      </p:cBhvr>
                                    </p:animEffect>
                                    <p:anim calcmode="lin" valueType="num">
                                      <p:cBhvr additive="repl">
                                        <p:cTn id="146" dur="1000" fill="hold"/>
                                        <p:tgtEl>
                                          <p:spTgt spid="494">
                                            <p:txEl>
                                              <p:pRg st="0" end="0"/>
                                            </p:txEl>
                                          </p:spTgt>
                                        </p:tgtEl>
                                        <p:attrNameLst>
                                          <p:attrName>ppt_x</p:attrName>
                                        </p:attrNameLst>
                                      </p:cBhvr>
                                      <p:tavLst>
                                        <p:tav>
                                          <p:val>
                                            <p:strVal val="#ppt_x"/>
                                          </p:val>
                                        </p:tav>
                                        <p:tav tm="100000">
                                          <p:val>
                                            <p:strVal val="#ppt_x"/>
                                          </p:val>
                                        </p:tav>
                                      </p:tavLst>
                                    </p:anim>
                                    <p:anim calcmode="lin" valueType="num">
                                      <p:cBhvr additive="repl">
                                        <p:cTn id="147" dur="1000" fill="hold"/>
                                        <p:tgtEl>
                                          <p:spTgt spid="494">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8" name="Picture 4"/>
          <p:cNvPicPr/>
          <p:nvPr/>
        </p:nvPicPr>
        <p:blipFill>
          <a:blip r:embed="rId1"/>
          <a:srcRect l="0" t="96170" r="0" b="0"/>
          <a:stretch/>
        </p:blipFill>
        <p:spPr>
          <a:xfrm>
            <a:off x="676080" y="6472080"/>
            <a:ext cx="2142720" cy="192600"/>
          </a:xfrm>
          <a:prstGeom prst="rect">
            <a:avLst/>
          </a:prstGeom>
          <a:noFill/>
          <a:ln w="0">
            <a:noFill/>
          </a:ln>
        </p:spPr>
      </p:pic>
      <p:sp>
        <p:nvSpPr>
          <p:cNvPr id="499" name="PlaceHolder 1"/>
          <p:cNvSpPr>
            <a:spLocks noGrp="1"/>
          </p:cNvSpPr>
          <p:nvPr>
            <p:ph type="title"/>
          </p:nvPr>
        </p:nvSpPr>
        <p:spPr>
          <a:xfrm>
            <a:off x="676080" y="370440"/>
            <a:ext cx="2981160" cy="830520"/>
          </a:xfrm>
          <a:prstGeom prst="rect">
            <a:avLst/>
          </a:prstGeom>
          <a:noFill/>
          <a:ln w="0">
            <a:noFill/>
          </a:ln>
        </p:spPr>
        <p:txBody>
          <a:bodyPr lIns="91440" tIns="45720" rIns="91440" bIns="45720" anchor="t">
            <a:normAutofit/>
          </a:bodyPr>
          <a:p>
            <a:pPr indent="0" algn="l" defTabSz="457200">
              <a:lnSpc>
                <a:spcPct val="100000"/>
              </a:lnSpc>
              <a:buNone/>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00"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01"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02" name="PlaceHolder 2"/>
          <p:cNvSpPr>
            <a:spLocks noGrp="1"/>
          </p:cNvSpPr>
          <p:nvPr>
            <p:ph/>
          </p:nvPr>
        </p:nvSpPr>
        <p:spPr>
          <a:xfrm>
            <a:off x="1440360" y="6381000"/>
            <a:ext cx="4274640" cy="477000"/>
          </a:xfrm>
          <a:prstGeom prst="rect">
            <a:avLst/>
          </a:prstGeom>
          <a:noFill/>
          <a:ln w="0">
            <a:noFill/>
          </a:ln>
        </p:spPr>
        <p:txBody>
          <a:bodyPr lIns="91440" tIns="45720" rIns="91440" bIns="45720" anchor="t">
            <a:noAutofit/>
          </a:bodyPr>
          <a:p>
            <a:pPr indent="0" algn="l" defTabSz="457200">
              <a:lnSpc>
                <a:spcPct val="100000"/>
              </a:lnSpc>
              <a:spcBef>
                <a:spcPts val="1001"/>
              </a:spcBef>
              <a:buNone/>
              <a:tabLst>
                <a:tab pos="0" algn="l"/>
              </a:tabLst>
            </a:pPr>
            <a:r>
              <a:rPr lang="en-US" sz="2000" b="0" u="sng" strike="noStrike">
                <a:solidFill>
                  <a:schemeClr val="dk1">
                    <a:lumMod val="75000"/>
                    <a:lumOff val="25000"/>
                  </a:schemeClr>
                </a:solidFill>
                <a:effectLst/>
                <a:uFillTx/>
                <a:latin typeface="Trebuchet MS"/>
              </a:rPr>
              <a:t>Graph of Average Resource Usage</a:t>
            </a:r>
            <a:endParaRPr lang="en-US" sz="2000" b="0" u="sng" strike="noStrike">
              <a:solidFill>
                <a:schemeClr val="dk1"/>
              </a:solidFill>
              <a:effectLst/>
              <a:uFillTx/>
              <a:latin typeface="Trebuchet MS"/>
            </a:endParaRPr>
          </a:p>
        </p:txBody>
      </p:sp>
      <p:pic>
        <p:nvPicPr>
          <p:cNvPr id="503" name=""/>
          <p:cNvPicPr/>
          <p:nvPr/>
        </p:nvPicPr>
        <p:blipFill>
          <a:blip r:embed="rId2"/>
          <a:stretch/>
        </p:blipFill>
        <p:spPr>
          <a:xfrm>
            <a:off x="457200" y="1143000"/>
            <a:ext cx="8686800" cy="5199840"/>
          </a:xfrm>
          <a:prstGeom prst="rect">
            <a:avLst/>
          </a:prstGeom>
          <a:noFill/>
          <a:ln w="0">
            <a:noFill/>
          </a:ln>
        </p:spPr>
      </p:pic>
    </p:spTree>
  </p:cSld>
  <mc:AlternateContent>
    <mc:Choice Requires="p14">
      <p:transition spd="slow" p14:dur="2000"/>
    </mc:Choice>
    <mc:Fallback>
      <p:transition spd="slow"/>
    </mc:Fallback>
  </mc:AlternateContent>
  <p:timing>
    <p:tnLst>
      <p:par>
        <p:cTn id="148" dur="indefinite" restart="never" nodeType="tmRoot">
          <p:childTnLst>
            <p:seq>
              <p:cTn id="149" dur="indefinite" nodeType="mainSeq">
                <p:childTnLst>
                  <p:par>
                    <p:cTn id="150" fill="hold">
                      <p:stCondLst>
                        <p:cond delay="indefinite"/>
                      </p:stCondLst>
                      <p:childTnLst>
                        <p:par>
                          <p:cTn id="151" fill="hold">
                            <p:stCondLst>
                              <p:cond delay="0"/>
                            </p:stCondLst>
                            <p:childTnLst>
                              <p:par>
                                <p:cTn id="152" presetID="53" presetClass="entr" fill="hold" nodeType="clickEffect" presetSubtype="16">
                                  <p:stCondLst>
                                    <p:cond delay="0"/>
                                  </p:stCondLst>
                                  <p:childTnLst>
                                    <p:set>
                                      <p:cBhvr>
                                        <p:cTn id="153" dur="1" fill="hold">
                                          <p:stCondLst>
                                            <p:cond delay="0"/>
                                          </p:stCondLst>
                                        </p:cTn>
                                        <p:tgtEl>
                                          <p:spTgt spid="499"/>
                                        </p:tgtEl>
                                        <p:attrNameLst>
                                          <p:attrName>style.visibility</p:attrName>
                                        </p:attrNameLst>
                                      </p:cBhvr>
                                      <p:to>
                                        <p:strVal val="visible"/>
                                      </p:to>
                                    </p:set>
                                    <p:anim calcmode="lin" valueType="num">
                                      <p:cBhvr additive="repl">
                                        <p:cTn id="154" dur="500" fill="hold"/>
                                        <p:tgtEl>
                                          <p:spTgt spid="499"/>
                                        </p:tgtEl>
                                        <p:attrNameLst>
                                          <p:attrName>ppt_w</p:attrName>
                                        </p:attrNameLst>
                                      </p:cBhvr>
                                      <p:tavLst>
                                        <p:tav>
                                          <p:val>
                                            <p:fltVal val="0"/>
                                          </p:val>
                                        </p:tav>
                                        <p:tav tm="100000">
                                          <p:val>
                                            <p:strVal val="#ppt_w"/>
                                          </p:val>
                                        </p:tav>
                                      </p:tavLst>
                                    </p:anim>
                                    <p:anim calcmode="lin" valueType="num">
                                      <p:cBhvr additive="repl">
                                        <p:cTn id="155" dur="500" fill="hold"/>
                                        <p:tgtEl>
                                          <p:spTgt spid="499"/>
                                        </p:tgtEl>
                                        <p:attrNameLst>
                                          <p:attrName>ppt_h</p:attrName>
                                        </p:attrNameLst>
                                      </p:cBhvr>
                                      <p:tavLst>
                                        <p:tav>
                                          <p:val>
                                            <p:fltVal val="0"/>
                                          </p:val>
                                        </p:tav>
                                        <p:tav tm="100000">
                                          <p:val>
                                            <p:strVal val="#ppt_h"/>
                                          </p:val>
                                        </p:tav>
                                      </p:tavLst>
                                    </p:anim>
                                    <p:animEffect transition="in" filter="fade">
                                      <p:cBhvr additive="repl">
                                        <p:cTn id="156" dur="500"/>
                                        <p:tgtEl>
                                          <p:spTgt spid="499"/>
                                        </p:tgtEl>
                                      </p:cBhvr>
                                    </p:animEffect>
                                  </p:childTnLst>
                                </p:cTn>
                              </p:par>
                            </p:childTnLst>
                          </p:cTn>
                        </p:par>
                      </p:childTnLst>
                    </p:cTn>
                  </p:par>
                  <p:par>
                    <p:cTn id="157" fill="hold">
                      <p:stCondLst>
                        <p:cond delay="indefinite"/>
                      </p:stCondLst>
                      <p:childTnLst>
                        <p:par>
                          <p:cTn id="158" fill="hold">
                            <p:stCondLst>
                              <p:cond delay="0"/>
                            </p:stCondLst>
                            <p:childTnLst>
                              <p:par>
                                <p:cTn id="159" presetID="42" presetClass="entr" fill="hold" nodeType="clickEffect">
                                  <p:stCondLst>
                                    <p:cond delay="0"/>
                                  </p:stCondLst>
                                  <p:endCondLst>
                                    <p:cond delay="0" evt="begin">
                                      <p:tn val="159"/>
                                    </p:cond>
                                  </p:endCondLst>
                                  <p:childTnLst>
                                    <p:set>
                                      <p:cBhvr>
                                        <p:cTn id="160" dur="1" fill="hold">
                                          <p:stCondLst>
                                            <p:cond delay="0"/>
                                          </p:stCondLst>
                                        </p:cTn>
                                        <p:tgtEl>
                                          <p:spTgt spid="500"/>
                                        </p:tgtEl>
                                        <p:attrNameLst>
                                          <p:attrName>style.visibility</p:attrName>
                                        </p:attrNameLst>
                                      </p:cBhvr>
                                      <p:to>
                                        <p:strVal val="visible"/>
                                      </p:to>
                                    </p:set>
                                    <p:animEffect transition="in" filter="fade">
                                      <p:cBhvr additive="repl">
                                        <p:cTn id="161" dur="1000"/>
                                        <p:tgtEl>
                                          <p:spTgt spid="500"/>
                                        </p:tgtEl>
                                      </p:cBhvr>
                                    </p:animEffect>
                                    <p:anim calcmode="lin" valueType="num">
                                      <p:cBhvr additive="repl">
                                        <p:cTn id="162" dur="1000" fill="hold"/>
                                        <p:tgtEl>
                                          <p:spTgt spid="500"/>
                                        </p:tgtEl>
                                        <p:attrNameLst>
                                          <p:attrName>ppt_x</p:attrName>
                                        </p:attrNameLst>
                                      </p:cBhvr>
                                      <p:tavLst>
                                        <p:tav>
                                          <p:val>
                                            <p:strVal val="#ppt_x"/>
                                          </p:val>
                                        </p:tav>
                                        <p:tav tm="100000">
                                          <p:val>
                                            <p:strVal val="#ppt_x"/>
                                          </p:val>
                                        </p:tav>
                                      </p:tavLst>
                                    </p:anim>
                                    <p:anim calcmode="lin" valueType="num">
                                      <p:cBhvr additive="repl">
                                        <p:cTn id="163" dur="1000" fill="hold"/>
                                        <p:tgtEl>
                                          <p:spTgt spid="500"/>
                                        </p:tgtEl>
                                        <p:attrNameLst>
                                          <p:attrName>ppt_y</p:attrName>
                                        </p:attrNameLst>
                                      </p:cBhvr>
                                      <p:tavLst>
                                        <p:tav>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fill="hold" nodeType="clickEffect">
                                  <p:stCondLst>
                                    <p:cond delay="0"/>
                                  </p:stCondLst>
                                  <p:endCondLst>
                                    <p:cond delay="0" evt="begin">
                                      <p:tn val="166"/>
                                    </p:cond>
                                  </p:endCondLst>
                                  <p:childTnLst>
                                    <p:set>
                                      <p:cBhvr>
                                        <p:cTn id="167" dur="1" fill="hold">
                                          <p:stCondLst>
                                            <p:cond delay="0"/>
                                          </p:stCondLst>
                                        </p:cTn>
                                        <p:tgtEl>
                                          <p:spTgt spid="501"/>
                                        </p:tgtEl>
                                        <p:attrNameLst>
                                          <p:attrName>style.visibility</p:attrName>
                                        </p:attrNameLst>
                                      </p:cBhvr>
                                      <p:to>
                                        <p:strVal val="visible"/>
                                      </p:to>
                                    </p:set>
                                    <p:animEffect transition="in" filter="fade">
                                      <p:cBhvr additive="repl">
                                        <p:cTn id="168" dur="1000"/>
                                        <p:tgtEl>
                                          <p:spTgt spid="501"/>
                                        </p:tgtEl>
                                      </p:cBhvr>
                                    </p:animEffect>
                                    <p:anim calcmode="lin" valueType="num">
                                      <p:cBhvr additive="repl">
                                        <p:cTn id="169" dur="1000" fill="hold"/>
                                        <p:tgtEl>
                                          <p:spTgt spid="501"/>
                                        </p:tgtEl>
                                        <p:attrNameLst>
                                          <p:attrName>ppt_x</p:attrName>
                                        </p:attrNameLst>
                                      </p:cBhvr>
                                      <p:tavLst>
                                        <p:tav>
                                          <p:val>
                                            <p:strVal val="#ppt_x"/>
                                          </p:val>
                                        </p:tav>
                                        <p:tav tm="100000">
                                          <p:val>
                                            <p:strVal val="#ppt_x"/>
                                          </p:val>
                                        </p:tav>
                                      </p:tavLst>
                                    </p:anim>
                                    <p:anim calcmode="lin" valueType="num">
                                      <p:cBhvr additive="repl">
                                        <p:cTn id="170" dur="1000" fill="hold"/>
                                        <p:tgtEl>
                                          <p:spTgt spid="501"/>
                                        </p:tgtEl>
                                        <p:attrNameLst>
                                          <p:attrName>ppt_y</p:attrName>
                                        </p:attrNameLst>
                                      </p:cBhvr>
                                      <p:tavLst>
                                        <p:tav>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42" presetClass="entr" fill="hold" nodeType="clickEffect">
                                  <p:stCondLst>
                                    <p:cond delay="0"/>
                                  </p:stCondLst>
                                  <p:childTnLst>
                                    <p:set>
                                      <p:cBhvr>
                                        <p:cTn id="174" dur="1" fill="hold">
                                          <p:stCondLst>
                                            <p:cond delay="0"/>
                                          </p:stCondLst>
                                        </p:cTn>
                                        <p:tgtEl>
                                          <p:spTgt spid="502">
                                            <p:txEl>
                                              <p:pRg st="0" end="0"/>
                                            </p:txEl>
                                          </p:spTgt>
                                        </p:tgtEl>
                                        <p:attrNameLst>
                                          <p:attrName>style.visibility</p:attrName>
                                        </p:attrNameLst>
                                      </p:cBhvr>
                                      <p:to>
                                        <p:strVal val="visible"/>
                                      </p:to>
                                    </p:set>
                                    <p:animEffect transition="in" filter="fade">
                                      <p:cBhvr additive="repl">
                                        <p:cTn id="175" dur="1000"/>
                                        <p:tgtEl>
                                          <p:spTgt spid="502">
                                            <p:txEl>
                                              <p:pRg st="0" end="0"/>
                                            </p:txEl>
                                          </p:spTgt>
                                        </p:tgtEl>
                                      </p:cBhvr>
                                    </p:animEffect>
                                    <p:anim calcmode="lin" valueType="num">
                                      <p:cBhvr additive="repl">
                                        <p:cTn id="176" dur="1000" fill="hold"/>
                                        <p:tgtEl>
                                          <p:spTgt spid="502">
                                            <p:txEl>
                                              <p:pRg st="0" end="0"/>
                                            </p:txEl>
                                          </p:spTgt>
                                        </p:tgtEl>
                                        <p:attrNameLst>
                                          <p:attrName>ppt_x</p:attrName>
                                        </p:attrNameLst>
                                      </p:cBhvr>
                                      <p:tavLst>
                                        <p:tav>
                                          <p:val>
                                            <p:strVal val="#ppt_x"/>
                                          </p:val>
                                        </p:tav>
                                        <p:tav tm="100000">
                                          <p:val>
                                            <p:strVal val="#ppt_x"/>
                                          </p:val>
                                        </p:tav>
                                      </p:tavLst>
                                    </p:anim>
                                    <p:anim calcmode="lin" valueType="num">
                                      <p:cBhvr additive="repl">
                                        <p:cTn id="177" dur="1000" fill="hold"/>
                                        <p:tgtEl>
                                          <p:spTgt spid="502">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4" name="Picture 4"/>
          <p:cNvPicPr/>
          <p:nvPr/>
        </p:nvPicPr>
        <p:blipFill>
          <a:blip r:embed="rId1"/>
          <a:srcRect l="0" t="96170" r="0" b="0"/>
          <a:stretch/>
        </p:blipFill>
        <p:spPr>
          <a:xfrm>
            <a:off x="676080" y="6472080"/>
            <a:ext cx="2142720" cy="192600"/>
          </a:xfrm>
          <a:prstGeom prst="rect">
            <a:avLst/>
          </a:prstGeom>
          <a:noFill/>
          <a:ln w="0">
            <a:noFill/>
          </a:ln>
        </p:spPr>
      </p:pic>
      <p:sp>
        <p:nvSpPr>
          <p:cNvPr id="505" name="PlaceHolder 1"/>
          <p:cNvSpPr>
            <a:spLocks noGrp="1"/>
          </p:cNvSpPr>
          <p:nvPr>
            <p:ph type="title"/>
          </p:nvPr>
        </p:nvSpPr>
        <p:spPr>
          <a:xfrm>
            <a:off x="676080" y="370440"/>
            <a:ext cx="2981160" cy="830520"/>
          </a:xfrm>
          <a:prstGeom prst="rect">
            <a:avLst/>
          </a:prstGeom>
          <a:noFill/>
          <a:ln w="0">
            <a:noFill/>
          </a:ln>
        </p:spPr>
        <p:txBody>
          <a:bodyPr lIns="91440" tIns="45720" rIns="91440" bIns="45720" anchor="t">
            <a:normAutofit/>
          </a:bodyPr>
          <a:p>
            <a:pPr indent="0" algn="l" defTabSz="457200">
              <a:lnSpc>
                <a:spcPct val="100000"/>
              </a:lnSpc>
              <a:buNone/>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06"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07"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08" name="PlaceHolder 2"/>
          <p:cNvSpPr>
            <a:spLocks noGrp="1"/>
          </p:cNvSpPr>
          <p:nvPr>
            <p:ph/>
          </p:nvPr>
        </p:nvSpPr>
        <p:spPr>
          <a:xfrm>
            <a:off x="914400" y="6381000"/>
            <a:ext cx="7703640" cy="477000"/>
          </a:xfrm>
          <a:prstGeom prst="rect">
            <a:avLst/>
          </a:prstGeom>
          <a:noFill/>
          <a:ln w="0">
            <a:noFill/>
          </a:ln>
        </p:spPr>
        <p:txBody>
          <a:bodyPr lIns="91440" tIns="45720" rIns="91440" bIns="45720" anchor="t">
            <a:noAutofit/>
          </a:bodyPr>
          <a:p>
            <a:pPr indent="0" algn="l" defTabSz="457200">
              <a:lnSpc>
                <a:spcPct val="100000"/>
              </a:lnSpc>
              <a:spcBef>
                <a:spcPts val="1001"/>
              </a:spcBef>
              <a:buNone/>
              <a:tabLst>
                <a:tab pos="0" algn="l"/>
              </a:tabLst>
            </a:pPr>
            <a:r>
              <a:rPr lang="en-US" sz="2000" b="0" u="sng" strike="noStrike">
                <a:solidFill>
                  <a:schemeClr val="dk1">
                    <a:lumMod val="75000"/>
                    <a:lumOff val="25000"/>
                  </a:schemeClr>
                </a:solidFill>
                <a:effectLst/>
                <a:uFillTx/>
                <a:latin typeface="Trebuchet MS"/>
              </a:rPr>
              <a:t>Scattered Graph of Relationship between Rainfall and Crop Yield</a:t>
            </a:r>
            <a:endParaRPr lang="en-US" sz="2000" b="0" u="sng" strike="noStrike">
              <a:solidFill>
                <a:schemeClr val="dk1"/>
              </a:solidFill>
              <a:effectLst/>
              <a:uFillTx/>
              <a:latin typeface="Trebuchet MS"/>
            </a:endParaRPr>
          </a:p>
        </p:txBody>
      </p:sp>
      <p:pic>
        <p:nvPicPr>
          <p:cNvPr id="509" name=""/>
          <p:cNvPicPr/>
          <p:nvPr/>
        </p:nvPicPr>
        <p:blipFill>
          <a:blip r:embed="rId2"/>
          <a:stretch/>
        </p:blipFill>
        <p:spPr>
          <a:xfrm>
            <a:off x="457200" y="1065960"/>
            <a:ext cx="8038440" cy="5334840"/>
          </a:xfrm>
          <a:prstGeom prst="rect">
            <a:avLst/>
          </a:prstGeom>
          <a:noFill/>
          <a:ln w="0">
            <a:noFill/>
          </a:ln>
        </p:spPr>
      </p:pic>
    </p:spTree>
  </p:cSld>
  <mc:AlternateContent>
    <mc:Choice Requires="p14">
      <p:transition spd="slow" p14:dur="2000"/>
    </mc:Choice>
    <mc:Fallback>
      <p:transition spd="slow"/>
    </mc:Fallback>
  </mc:AlternateContent>
  <p:timing>
    <p:tnLst>
      <p:par>
        <p:cTn id="178" dur="indefinite" restart="never" nodeType="tmRoot">
          <p:childTnLst>
            <p:seq>
              <p:cTn id="179" dur="indefinite" nodeType="mainSeq">
                <p:childTnLst>
                  <p:par>
                    <p:cTn id="180" fill="hold">
                      <p:stCondLst>
                        <p:cond delay="indefinite"/>
                      </p:stCondLst>
                      <p:childTnLst>
                        <p:par>
                          <p:cTn id="181" fill="hold">
                            <p:stCondLst>
                              <p:cond delay="0"/>
                            </p:stCondLst>
                            <p:childTnLst>
                              <p:par>
                                <p:cTn id="182" presetID="53" presetClass="entr" fill="hold" nodeType="clickEffect" presetSubtype="16">
                                  <p:stCondLst>
                                    <p:cond delay="0"/>
                                  </p:stCondLst>
                                  <p:childTnLst>
                                    <p:set>
                                      <p:cBhvr>
                                        <p:cTn id="183" dur="1" fill="hold">
                                          <p:stCondLst>
                                            <p:cond delay="0"/>
                                          </p:stCondLst>
                                        </p:cTn>
                                        <p:tgtEl>
                                          <p:spTgt spid="505"/>
                                        </p:tgtEl>
                                        <p:attrNameLst>
                                          <p:attrName>style.visibility</p:attrName>
                                        </p:attrNameLst>
                                      </p:cBhvr>
                                      <p:to>
                                        <p:strVal val="visible"/>
                                      </p:to>
                                    </p:set>
                                    <p:anim calcmode="lin" valueType="num">
                                      <p:cBhvr additive="repl">
                                        <p:cTn id="184" dur="500" fill="hold"/>
                                        <p:tgtEl>
                                          <p:spTgt spid="505"/>
                                        </p:tgtEl>
                                        <p:attrNameLst>
                                          <p:attrName>ppt_w</p:attrName>
                                        </p:attrNameLst>
                                      </p:cBhvr>
                                      <p:tavLst>
                                        <p:tav>
                                          <p:val>
                                            <p:fltVal val="0"/>
                                          </p:val>
                                        </p:tav>
                                        <p:tav tm="100000">
                                          <p:val>
                                            <p:strVal val="#ppt_w"/>
                                          </p:val>
                                        </p:tav>
                                      </p:tavLst>
                                    </p:anim>
                                    <p:anim calcmode="lin" valueType="num">
                                      <p:cBhvr additive="repl">
                                        <p:cTn id="185" dur="500" fill="hold"/>
                                        <p:tgtEl>
                                          <p:spTgt spid="505"/>
                                        </p:tgtEl>
                                        <p:attrNameLst>
                                          <p:attrName>ppt_h</p:attrName>
                                        </p:attrNameLst>
                                      </p:cBhvr>
                                      <p:tavLst>
                                        <p:tav>
                                          <p:val>
                                            <p:fltVal val="0"/>
                                          </p:val>
                                        </p:tav>
                                        <p:tav tm="100000">
                                          <p:val>
                                            <p:strVal val="#ppt_h"/>
                                          </p:val>
                                        </p:tav>
                                      </p:tavLst>
                                    </p:anim>
                                    <p:animEffect transition="in" filter="fade">
                                      <p:cBhvr additive="repl">
                                        <p:cTn id="186" dur="500"/>
                                        <p:tgtEl>
                                          <p:spTgt spid="505"/>
                                        </p:tgtEl>
                                      </p:cBhvr>
                                    </p:animEffect>
                                  </p:childTnLst>
                                </p:cTn>
                              </p:par>
                            </p:childTnLst>
                          </p:cTn>
                        </p:par>
                      </p:childTnLst>
                    </p:cTn>
                  </p:par>
                  <p:par>
                    <p:cTn id="187" fill="hold">
                      <p:stCondLst>
                        <p:cond delay="indefinite"/>
                      </p:stCondLst>
                      <p:childTnLst>
                        <p:par>
                          <p:cTn id="188" fill="hold">
                            <p:stCondLst>
                              <p:cond delay="0"/>
                            </p:stCondLst>
                            <p:childTnLst>
                              <p:par>
                                <p:cTn id="189" presetID="42" presetClass="entr" fill="hold" nodeType="clickEffect">
                                  <p:stCondLst>
                                    <p:cond delay="0"/>
                                  </p:stCondLst>
                                  <p:endCondLst>
                                    <p:cond delay="0" evt="begin">
                                      <p:tn val="189"/>
                                    </p:cond>
                                  </p:endCondLst>
                                  <p:childTnLst>
                                    <p:set>
                                      <p:cBhvr>
                                        <p:cTn id="190" dur="1" fill="hold">
                                          <p:stCondLst>
                                            <p:cond delay="0"/>
                                          </p:stCondLst>
                                        </p:cTn>
                                        <p:tgtEl>
                                          <p:spTgt spid="506"/>
                                        </p:tgtEl>
                                        <p:attrNameLst>
                                          <p:attrName>style.visibility</p:attrName>
                                        </p:attrNameLst>
                                      </p:cBhvr>
                                      <p:to>
                                        <p:strVal val="visible"/>
                                      </p:to>
                                    </p:set>
                                    <p:animEffect transition="in" filter="fade">
                                      <p:cBhvr additive="repl">
                                        <p:cTn id="191" dur="1000"/>
                                        <p:tgtEl>
                                          <p:spTgt spid="506"/>
                                        </p:tgtEl>
                                      </p:cBhvr>
                                    </p:animEffect>
                                    <p:anim calcmode="lin" valueType="num">
                                      <p:cBhvr additive="repl">
                                        <p:cTn id="192" dur="1000" fill="hold"/>
                                        <p:tgtEl>
                                          <p:spTgt spid="506"/>
                                        </p:tgtEl>
                                        <p:attrNameLst>
                                          <p:attrName>ppt_x</p:attrName>
                                        </p:attrNameLst>
                                      </p:cBhvr>
                                      <p:tavLst>
                                        <p:tav>
                                          <p:val>
                                            <p:strVal val="#ppt_x"/>
                                          </p:val>
                                        </p:tav>
                                        <p:tav tm="100000">
                                          <p:val>
                                            <p:strVal val="#ppt_x"/>
                                          </p:val>
                                        </p:tav>
                                      </p:tavLst>
                                    </p:anim>
                                    <p:anim calcmode="lin" valueType="num">
                                      <p:cBhvr additive="repl">
                                        <p:cTn id="193" dur="1000" fill="hold"/>
                                        <p:tgtEl>
                                          <p:spTgt spid="506"/>
                                        </p:tgtEl>
                                        <p:attrNameLst>
                                          <p:attrName>ppt_y</p:attrName>
                                        </p:attrNameLst>
                                      </p:cBhvr>
                                      <p:tavLst>
                                        <p:tav>
                                          <p:val>
                                            <p:strVal val="#ppt_y+.1"/>
                                          </p:val>
                                        </p:tav>
                                        <p:tav tm="100000">
                                          <p:val>
                                            <p:strVal val="#ppt_y"/>
                                          </p:val>
                                        </p:tav>
                                      </p:tavLst>
                                    </p:anim>
                                  </p:childTnLst>
                                </p:cTn>
                              </p:par>
                            </p:childTnLst>
                          </p:cTn>
                        </p:par>
                      </p:childTnLst>
                    </p:cTn>
                  </p:par>
                  <p:par>
                    <p:cTn id="194" fill="hold">
                      <p:stCondLst>
                        <p:cond delay="indefinite"/>
                      </p:stCondLst>
                      <p:childTnLst>
                        <p:par>
                          <p:cTn id="195" fill="hold">
                            <p:stCondLst>
                              <p:cond delay="0"/>
                            </p:stCondLst>
                            <p:childTnLst>
                              <p:par>
                                <p:cTn id="196" presetID="42" presetClass="entr" fill="hold" nodeType="clickEffect">
                                  <p:stCondLst>
                                    <p:cond delay="0"/>
                                  </p:stCondLst>
                                  <p:endCondLst>
                                    <p:cond delay="0" evt="begin">
                                      <p:tn val="196"/>
                                    </p:cond>
                                  </p:endCondLst>
                                  <p:childTnLst>
                                    <p:set>
                                      <p:cBhvr>
                                        <p:cTn id="197" dur="1" fill="hold">
                                          <p:stCondLst>
                                            <p:cond delay="0"/>
                                          </p:stCondLst>
                                        </p:cTn>
                                        <p:tgtEl>
                                          <p:spTgt spid="507"/>
                                        </p:tgtEl>
                                        <p:attrNameLst>
                                          <p:attrName>style.visibility</p:attrName>
                                        </p:attrNameLst>
                                      </p:cBhvr>
                                      <p:to>
                                        <p:strVal val="visible"/>
                                      </p:to>
                                    </p:set>
                                    <p:animEffect transition="in" filter="fade">
                                      <p:cBhvr additive="repl">
                                        <p:cTn id="198" dur="1000"/>
                                        <p:tgtEl>
                                          <p:spTgt spid="507"/>
                                        </p:tgtEl>
                                      </p:cBhvr>
                                    </p:animEffect>
                                    <p:anim calcmode="lin" valueType="num">
                                      <p:cBhvr additive="repl">
                                        <p:cTn id="199" dur="1000" fill="hold"/>
                                        <p:tgtEl>
                                          <p:spTgt spid="507"/>
                                        </p:tgtEl>
                                        <p:attrNameLst>
                                          <p:attrName>ppt_x</p:attrName>
                                        </p:attrNameLst>
                                      </p:cBhvr>
                                      <p:tavLst>
                                        <p:tav>
                                          <p:val>
                                            <p:strVal val="#ppt_x"/>
                                          </p:val>
                                        </p:tav>
                                        <p:tav tm="100000">
                                          <p:val>
                                            <p:strVal val="#ppt_x"/>
                                          </p:val>
                                        </p:tav>
                                      </p:tavLst>
                                    </p:anim>
                                    <p:anim calcmode="lin" valueType="num">
                                      <p:cBhvr additive="repl">
                                        <p:cTn id="200" dur="1000" fill="hold"/>
                                        <p:tgtEl>
                                          <p:spTgt spid="507"/>
                                        </p:tgtEl>
                                        <p:attrNameLst>
                                          <p:attrName>ppt_y</p:attrName>
                                        </p:attrNameLst>
                                      </p:cBhvr>
                                      <p:tavLst>
                                        <p:tav>
                                          <p:val>
                                            <p:strVal val="#ppt_y+.1"/>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42" presetClass="entr" fill="hold" nodeType="clickEffect">
                                  <p:stCondLst>
                                    <p:cond delay="0"/>
                                  </p:stCondLst>
                                  <p:childTnLst>
                                    <p:set>
                                      <p:cBhvr>
                                        <p:cTn id="204" dur="1" fill="hold">
                                          <p:stCondLst>
                                            <p:cond delay="0"/>
                                          </p:stCondLst>
                                        </p:cTn>
                                        <p:tgtEl>
                                          <p:spTgt spid="508">
                                            <p:txEl>
                                              <p:pRg st="0" end="0"/>
                                            </p:txEl>
                                          </p:spTgt>
                                        </p:tgtEl>
                                        <p:attrNameLst>
                                          <p:attrName>style.visibility</p:attrName>
                                        </p:attrNameLst>
                                      </p:cBhvr>
                                      <p:to>
                                        <p:strVal val="visible"/>
                                      </p:to>
                                    </p:set>
                                    <p:animEffect transition="in" filter="fade">
                                      <p:cBhvr additive="repl">
                                        <p:cTn id="205" dur="1000"/>
                                        <p:tgtEl>
                                          <p:spTgt spid="508">
                                            <p:txEl>
                                              <p:pRg st="0" end="0"/>
                                            </p:txEl>
                                          </p:spTgt>
                                        </p:tgtEl>
                                      </p:cBhvr>
                                    </p:animEffect>
                                    <p:anim calcmode="lin" valueType="num">
                                      <p:cBhvr additive="repl">
                                        <p:cTn id="206" dur="1000" fill="hold"/>
                                        <p:tgtEl>
                                          <p:spTgt spid="508">
                                            <p:txEl>
                                              <p:pRg st="0" end="0"/>
                                            </p:txEl>
                                          </p:spTgt>
                                        </p:tgtEl>
                                        <p:attrNameLst>
                                          <p:attrName>ppt_x</p:attrName>
                                        </p:attrNameLst>
                                      </p:cBhvr>
                                      <p:tavLst>
                                        <p:tav>
                                          <p:val>
                                            <p:strVal val="#ppt_x"/>
                                          </p:val>
                                        </p:tav>
                                        <p:tav tm="100000">
                                          <p:val>
                                            <p:strVal val="#ppt_x"/>
                                          </p:val>
                                        </p:tav>
                                      </p:tavLst>
                                    </p:anim>
                                    <p:anim calcmode="lin" valueType="num">
                                      <p:cBhvr additive="repl">
                                        <p:cTn id="207" dur="1000" fill="hold"/>
                                        <p:tgtEl>
                                          <p:spTgt spid="508">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0" name="Picture 4"/>
          <p:cNvPicPr/>
          <p:nvPr/>
        </p:nvPicPr>
        <p:blipFill>
          <a:blip r:embed="rId1"/>
          <a:srcRect l="0" t="96170" r="0" b="0"/>
          <a:stretch/>
        </p:blipFill>
        <p:spPr>
          <a:xfrm>
            <a:off x="676080" y="6472080"/>
            <a:ext cx="2142720" cy="192600"/>
          </a:xfrm>
          <a:prstGeom prst="rect">
            <a:avLst/>
          </a:prstGeom>
          <a:noFill/>
          <a:ln w="0">
            <a:noFill/>
          </a:ln>
        </p:spPr>
      </p:pic>
      <p:sp>
        <p:nvSpPr>
          <p:cNvPr id="511" name="PlaceHolder 1"/>
          <p:cNvSpPr>
            <a:spLocks noGrp="1"/>
          </p:cNvSpPr>
          <p:nvPr>
            <p:ph type="title"/>
          </p:nvPr>
        </p:nvSpPr>
        <p:spPr>
          <a:xfrm>
            <a:off x="676080" y="370440"/>
            <a:ext cx="2981160" cy="830520"/>
          </a:xfrm>
          <a:prstGeom prst="rect">
            <a:avLst/>
          </a:prstGeom>
          <a:noFill/>
          <a:ln w="0">
            <a:noFill/>
          </a:ln>
        </p:spPr>
        <p:txBody>
          <a:bodyPr lIns="91440" tIns="45720" rIns="91440" bIns="45720" anchor="t">
            <a:normAutofit/>
          </a:bodyPr>
          <a:p>
            <a:pPr indent="0" algn="l" defTabSz="457200">
              <a:lnSpc>
                <a:spcPct val="100000"/>
              </a:lnSpc>
              <a:buNone/>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12"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13"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14" name="PlaceHolder 2"/>
          <p:cNvSpPr>
            <a:spLocks noGrp="1"/>
          </p:cNvSpPr>
          <p:nvPr>
            <p:ph/>
          </p:nvPr>
        </p:nvSpPr>
        <p:spPr>
          <a:xfrm>
            <a:off x="698400" y="6100200"/>
            <a:ext cx="3429000" cy="685800"/>
          </a:xfrm>
          <a:prstGeom prst="rect">
            <a:avLst/>
          </a:prstGeom>
          <a:noFill/>
          <a:ln w="0">
            <a:noFill/>
          </a:ln>
        </p:spPr>
        <p:txBody>
          <a:bodyPr lIns="91440" tIns="45720" rIns="91440" bIns="45720" anchor="t" anchorCtr="1">
            <a:noAutofit/>
          </a:bodyPr>
          <a:p>
            <a:pPr indent="0" algn="ctr" defTabSz="457200">
              <a:lnSpc>
                <a:spcPct val="100000"/>
              </a:lnSpc>
              <a:spcBef>
                <a:spcPts val="1001"/>
              </a:spcBef>
              <a:buNone/>
              <a:tabLst>
                <a:tab pos="0" algn="l"/>
              </a:tabLst>
            </a:pPr>
            <a:r>
              <a:rPr lang="en-US" sz="2000" b="0" u="sng" strike="noStrike">
                <a:solidFill>
                  <a:schemeClr val="dk1">
                    <a:lumMod val="75000"/>
                    <a:lumOff val="25000"/>
                  </a:schemeClr>
                </a:solidFill>
                <a:effectLst/>
                <a:uFillTx/>
                <a:latin typeface="Trebuchet MS"/>
              </a:rPr>
              <a:t>Pie chart of Total Economic Revenue Contribution</a:t>
            </a:r>
            <a:endParaRPr lang="en-US" sz="2000" b="0" u="sng" strike="noStrike">
              <a:solidFill>
                <a:schemeClr val="dk1"/>
              </a:solidFill>
              <a:effectLst/>
              <a:uFillTx/>
              <a:latin typeface="Trebuchet MS"/>
            </a:endParaRPr>
          </a:p>
        </p:txBody>
      </p:sp>
      <p:pic>
        <p:nvPicPr>
          <p:cNvPr id="515" name=""/>
          <p:cNvPicPr/>
          <p:nvPr/>
        </p:nvPicPr>
        <p:blipFill>
          <a:blip r:embed="rId2"/>
          <a:stretch/>
        </p:blipFill>
        <p:spPr>
          <a:xfrm>
            <a:off x="228600" y="1143000"/>
            <a:ext cx="4771800" cy="4921560"/>
          </a:xfrm>
          <a:prstGeom prst="rect">
            <a:avLst/>
          </a:prstGeom>
          <a:noFill/>
          <a:ln w="0">
            <a:noFill/>
          </a:ln>
        </p:spPr>
      </p:pic>
      <p:pic>
        <p:nvPicPr>
          <p:cNvPr id="516" name=""/>
          <p:cNvPicPr/>
          <p:nvPr/>
        </p:nvPicPr>
        <p:blipFill>
          <a:blip r:embed="rId3"/>
          <a:stretch/>
        </p:blipFill>
        <p:spPr>
          <a:xfrm>
            <a:off x="5257800" y="2514600"/>
            <a:ext cx="3838320" cy="2018880"/>
          </a:xfrm>
          <a:prstGeom prst="rect">
            <a:avLst/>
          </a:prstGeom>
          <a:noFill/>
          <a:ln w="0">
            <a:noFill/>
          </a:ln>
        </p:spPr>
      </p:pic>
      <p:sp>
        <p:nvSpPr>
          <p:cNvPr id="517" name="Text Placeholder 7"/>
          <p:cNvSpPr txBox="1"/>
          <p:nvPr/>
        </p:nvSpPr>
        <p:spPr>
          <a:xfrm>
            <a:off x="5486400" y="4533480"/>
            <a:ext cx="3429000" cy="685800"/>
          </a:xfrm>
          <a:prstGeom prst="rect">
            <a:avLst/>
          </a:prstGeom>
          <a:noFill/>
          <a:ln w="0">
            <a:noFill/>
          </a:ln>
        </p:spPr>
        <p:txBody>
          <a:bodyPr anchor="t" anchorCtr="1">
            <a:noAutofit/>
          </a:bodyPr>
          <a:p>
            <a:pPr algn="ctr" defTabSz="457200">
              <a:lnSpc>
                <a:spcPct val="100000"/>
              </a:lnSpc>
              <a:spcBef>
                <a:spcPts val="1001"/>
              </a:spcBef>
              <a:tabLst>
                <a:tab pos="0" algn="l"/>
              </a:tabLst>
            </a:pPr>
            <a:r>
              <a:rPr lang="en-US" sz="2000" b="0" u="sng" strike="noStrike">
                <a:solidFill>
                  <a:schemeClr val="dk1">
                    <a:lumMod val="75000"/>
                    <a:lumOff val="25000"/>
                  </a:schemeClr>
                </a:solidFill>
                <a:effectLst/>
                <a:uFillTx/>
                <a:latin typeface="Trebuchet MS"/>
              </a:rPr>
              <a:t>Total Revenue by Season</a:t>
            </a:r>
            <a:endParaRPr lang="en-US" sz="2000" b="0" u="sng" strike="noStrike">
              <a:solidFill>
                <a:schemeClr val="dk1"/>
              </a:solidFill>
              <a:effectLst/>
              <a:uFillTx/>
              <a:latin typeface="Trebuchet MS"/>
            </a:endParaRPr>
          </a:p>
        </p:txBody>
      </p:sp>
    </p:spTree>
  </p:cSld>
  <mc:AlternateContent>
    <mc:Choice Requires="p14">
      <p:transition spd="slow" p14:dur="2000"/>
    </mc:Choice>
    <mc:Fallback>
      <p:transition spd="slow"/>
    </mc:Fallback>
  </mc:AlternateContent>
  <p:timing>
    <p:tnLst>
      <p:par>
        <p:cTn id="208" dur="indefinite" restart="never" nodeType="tmRoot">
          <p:childTnLst>
            <p:seq>
              <p:cTn id="209" dur="indefinite" nodeType="mainSeq">
                <p:childTnLst>
                  <p:par>
                    <p:cTn id="210" fill="hold">
                      <p:stCondLst>
                        <p:cond delay="indefinite"/>
                      </p:stCondLst>
                      <p:childTnLst>
                        <p:par>
                          <p:cTn id="211" fill="hold">
                            <p:stCondLst>
                              <p:cond delay="0"/>
                            </p:stCondLst>
                            <p:childTnLst>
                              <p:par>
                                <p:cTn id="212" presetID="53" presetClass="entr" fill="hold" nodeType="clickEffect" presetSubtype="16">
                                  <p:stCondLst>
                                    <p:cond delay="0"/>
                                  </p:stCondLst>
                                  <p:childTnLst>
                                    <p:set>
                                      <p:cBhvr>
                                        <p:cTn id="213" dur="1" fill="hold">
                                          <p:stCondLst>
                                            <p:cond delay="0"/>
                                          </p:stCondLst>
                                        </p:cTn>
                                        <p:tgtEl>
                                          <p:spTgt spid="511"/>
                                        </p:tgtEl>
                                        <p:attrNameLst>
                                          <p:attrName>style.visibility</p:attrName>
                                        </p:attrNameLst>
                                      </p:cBhvr>
                                      <p:to>
                                        <p:strVal val="visible"/>
                                      </p:to>
                                    </p:set>
                                    <p:anim calcmode="lin" valueType="num">
                                      <p:cBhvr additive="repl">
                                        <p:cTn id="214" dur="500" fill="hold"/>
                                        <p:tgtEl>
                                          <p:spTgt spid="511"/>
                                        </p:tgtEl>
                                        <p:attrNameLst>
                                          <p:attrName>ppt_w</p:attrName>
                                        </p:attrNameLst>
                                      </p:cBhvr>
                                      <p:tavLst>
                                        <p:tav>
                                          <p:val>
                                            <p:fltVal val="0"/>
                                          </p:val>
                                        </p:tav>
                                        <p:tav tm="100000">
                                          <p:val>
                                            <p:strVal val="#ppt_w"/>
                                          </p:val>
                                        </p:tav>
                                      </p:tavLst>
                                    </p:anim>
                                    <p:anim calcmode="lin" valueType="num">
                                      <p:cBhvr additive="repl">
                                        <p:cTn id="215" dur="500" fill="hold"/>
                                        <p:tgtEl>
                                          <p:spTgt spid="511"/>
                                        </p:tgtEl>
                                        <p:attrNameLst>
                                          <p:attrName>ppt_h</p:attrName>
                                        </p:attrNameLst>
                                      </p:cBhvr>
                                      <p:tavLst>
                                        <p:tav>
                                          <p:val>
                                            <p:fltVal val="0"/>
                                          </p:val>
                                        </p:tav>
                                        <p:tav tm="100000">
                                          <p:val>
                                            <p:strVal val="#ppt_h"/>
                                          </p:val>
                                        </p:tav>
                                      </p:tavLst>
                                    </p:anim>
                                    <p:animEffect transition="in" filter="fade">
                                      <p:cBhvr additive="repl">
                                        <p:cTn id="216" dur="500"/>
                                        <p:tgtEl>
                                          <p:spTgt spid="511"/>
                                        </p:tgtEl>
                                      </p:cBhvr>
                                    </p:animEffect>
                                  </p:childTnLst>
                                </p:cTn>
                              </p:par>
                            </p:childTnLst>
                          </p:cTn>
                        </p:par>
                      </p:childTnLst>
                    </p:cTn>
                  </p:par>
                  <p:par>
                    <p:cTn id="217" fill="hold">
                      <p:stCondLst>
                        <p:cond delay="indefinite"/>
                      </p:stCondLst>
                      <p:childTnLst>
                        <p:par>
                          <p:cTn id="218" fill="hold">
                            <p:stCondLst>
                              <p:cond delay="0"/>
                            </p:stCondLst>
                            <p:childTnLst>
                              <p:par>
                                <p:cTn id="219" presetID="42" presetClass="entr" fill="hold" nodeType="clickEffect">
                                  <p:stCondLst>
                                    <p:cond delay="0"/>
                                  </p:stCondLst>
                                  <p:endCondLst>
                                    <p:cond delay="0" evt="begin">
                                      <p:tn val="219"/>
                                    </p:cond>
                                  </p:endCondLst>
                                  <p:childTnLst>
                                    <p:set>
                                      <p:cBhvr>
                                        <p:cTn id="220" dur="1" fill="hold">
                                          <p:stCondLst>
                                            <p:cond delay="0"/>
                                          </p:stCondLst>
                                        </p:cTn>
                                        <p:tgtEl>
                                          <p:spTgt spid="512"/>
                                        </p:tgtEl>
                                        <p:attrNameLst>
                                          <p:attrName>style.visibility</p:attrName>
                                        </p:attrNameLst>
                                      </p:cBhvr>
                                      <p:to>
                                        <p:strVal val="visible"/>
                                      </p:to>
                                    </p:set>
                                    <p:animEffect transition="in" filter="fade">
                                      <p:cBhvr additive="repl">
                                        <p:cTn id="221" dur="1000"/>
                                        <p:tgtEl>
                                          <p:spTgt spid="512"/>
                                        </p:tgtEl>
                                      </p:cBhvr>
                                    </p:animEffect>
                                    <p:anim calcmode="lin" valueType="num">
                                      <p:cBhvr additive="repl">
                                        <p:cTn id="222" dur="1000" fill="hold"/>
                                        <p:tgtEl>
                                          <p:spTgt spid="512"/>
                                        </p:tgtEl>
                                        <p:attrNameLst>
                                          <p:attrName>ppt_x</p:attrName>
                                        </p:attrNameLst>
                                      </p:cBhvr>
                                      <p:tavLst>
                                        <p:tav>
                                          <p:val>
                                            <p:strVal val="#ppt_x"/>
                                          </p:val>
                                        </p:tav>
                                        <p:tav tm="100000">
                                          <p:val>
                                            <p:strVal val="#ppt_x"/>
                                          </p:val>
                                        </p:tav>
                                      </p:tavLst>
                                    </p:anim>
                                    <p:anim calcmode="lin" valueType="num">
                                      <p:cBhvr additive="repl">
                                        <p:cTn id="223" dur="1000" fill="hold"/>
                                        <p:tgtEl>
                                          <p:spTgt spid="512"/>
                                        </p:tgtEl>
                                        <p:attrNameLst>
                                          <p:attrName>ppt_y</p:attrName>
                                        </p:attrNameLst>
                                      </p:cBhvr>
                                      <p:tavLst>
                                        <p:tav>
                                          <p:val>
                                            <p:strVal val="#ppt_y+.1"/>
                                          </p:val>
                                        </p:tav>
                                        <p:tav tm="100000">
                                          <p:val>
                                            <p:strVal val="#ppt_y"/>
                                          </p:val>
                                        </p:tav>
                                      </p:tavLst>
                                    </p:anim>
                                  </p:childTnLst>
                                </p:cTn>
                              </p:par>
                            </p:childTnLst>
                          </p:cTn>
                        </p:par>
                      </p:childTnLst>
                    </p:cTn>
                  </p:par>
                  <p:par>
                    <p:cTn id="224" fill="hold">
                      <p:stCondLst>
                        <p:cond delay="indefinite"/>
                      </p:stCondLst>
                      <p:childTnLst>
                        <p:par>
                          <p:cTn id="225" fill="hold">
                            <p:stCondLst>
                              <p:cond delay="0"/>
                            </p:stCondLst>
                            <p:childTnLst>
                              <p:par>
                                <p:cTn id="226" presetID="42" presetClass="entr" fill="hold" nodeType="clickEffect">
                                  <p:stCondLst>
                                    <p:cond delay="0"/>
                                  </p:stCondLst>
                                  <p:endCondLst>
                                    <p:cond delay="0" evt="begin">
                                      <p:tn val="226"/>
                                    </p:cond>
                                  </p:endCondLst>
                                  <p:childTnLst>
                                    <p:set>
                                      <p:cBhvr>
                                        <p:cTn id="227" dur="1" fill="hold">
                                          <p:stCondLst>
                                            <p:cond delay="0"/>
                                          </p:stCondLst>
                                        </p:cTn>
                                        <p:tgtEl>
                                          <p:spTgt spid="513"/>
                                        </p:tgtEl>
                                        <p:attrNameLst>
                                          <p:attrName>style.visibility</p:attrName>
                                        </p:attrNameLst>
                                      </p:cBhvr>
                                      <p:to>
                                        <p:strVal val="visible"/>
                                      </p:to>
                                    </p:set>
                                    <p:animEffect transition="in" filter="fade">
                                      <p:cBhvr additive="repl">
                                        <p:cTn id="228" dur="1000"/>
                                        <p:tgtEl>
                                          <p:spTgt spid="513"/>
                                        </p:tgtEl>
                                      </p:cBhvr>
                                    </p:animEffect>
                                    <p:anim calcmode="lin" valueType="num">
                                      <p:cBhvr additive="repl">
                                        <p:cTn id="229" dur="1000" fill="hold"/>
                                        <p:tgtEl>
                                          <p:spTgt spid="513"/>
                                        </p:tgtEl>
                                        <p:attrNameLst>
                                          <p:attrName>ppt_x</p:attrName>
                                        </p:attrNameLst>
                                      </p:cBhvr>
                                      <p:tavLst>
                                        <p:tav>
                                          <p:val>
                                            <p:strVal val="#ppt_x"/>
                                          </p:val>
                                        </p:tav>
                                        <p:tav tm="100000">
                                          <p:val>
                                            <p:strVal val="#ppt_x"/>
                                          </p:val>
                                        </p:tav>
                                      </p:tavLst>
                                    </p:anim>
                                    <p:anim calcmode="lin" valueType="num">
                                      <p:cBhvr additive="repl">
                                        <p:cTn id="230" dur="1000" fill="hold"/>
                                        <p:tgtEl>
                                          <p:spTgt spid="513"/>
                                        </p:tgtEl>
                                        <p:attrNameLst>
                                          <p:attrName>ppt_y</p:attrName>
                                        </p:attrNameLst>
                                      </p:cBhvr>
                                      <p:tavLst>
                                        <p:tav>
                                          <p:val>
                                            <p:strVal val="#ppt_y+.1"/>
                                          </p:val>
                                        </p:tav>
                                        <p:tav tm="100000">
                                          <p:val>
                                            <p:strVal val="#ppt_y"/>
                                          </p:val>
                                        </p:tav>
                                      </p:tavLst>
                                    </p:anim>
                                  </p:childTnLst>
                                </p:cTn>
                              </p:par>
                            </p:childTnLst>
                          </p:cTn>
                        </p:par>
                      </p:childTnLst>
                    </p:cTn>
                  </p:par>
                  <p:par>
                    <p:cTn id="231" fill="hold">
                      <p:stCondLst>
                        <p:cond delay="indefinite"/>
                      </p:stCondLst>
                      <p:childTnLst>
                        <p:par>
                          <p:cTn id="232" fill="hold">
                            <p:stCondLst>
                              <p:cond delay="0"/>
                            </p:stCondLst>
                            <p:childTnLst>
                              <p:par>
                                <p:cTn id="233" presetID="42" presetClass="entr" fill="hold" nodeType="clickEffect">
                                  <p:stCondLst>
                                    <p:cond delay="0"/>
                                  </p:stCondLst>
                                  <p:childTnLst>
                                    <p:set>
                                      <p:cBhvr>
                                        <p:cTn id="234" dur="1" fill="hold">
                                          <p:stCondLst>
                                            <p:cond delay="0"/>
                                          </p:stCondLst>
                                        </p:cTn>
                                        <p:tgtEl>
                                          <p:spTgt spid="514">
                                            <p:txEl>
                                              <p:pRg st="0" end="0"/>
                                            </p:txEl>
                                          </p:spTgt>
                                        </p:tgtEl>
                                        <p:attrNameLst>
                                          <p:attrName>style.visibility</p:attrName>
                                        </p:attrNameLst>
                                      </p:cBhvr>
                                      <p:to>
                                        <p:strVal val="visible"/>
                                      </p:to>
                                    </p:set>
                                    <p:animEffect transition="in" filter="fade">
                                      <p:cBhvr additive="repl">
                                        <p:cTn id="235" dur="1000"/>
                                        <p:tgtEl>
                                          <p:spTgt spid="514">
                                            <p:txEl>
                                              <p:pRg st="0" end="0"/>
                                            </p:txEl>
                                          </p:spTgt>
                                        </p:tgtEl>
                                      </p:cBhvr>
                                    </p:animEffect>
                                    <p:anim calcmode="lin" valueType="num">
                                      <p:cBhvr additive="repl">
                                        <p:cTn id="236" dur="1000" fill="hold"/>
                                        <p:tgtEl>
                                          <p:spTgt spid="514">
                                            <p:txEl>
                                              <p:pRg st="0" end="0"/>
                                            </p:txEl>
                                          </p:spTgt>
                                        </p:tgtEl>
                                        <p:attrNameLst>
                                          <p:attrName>ppt_x</p:attrName>
                                        </p:attrNameLst>
                                      </p:cBhvr>
                                      <p:tavLst>
                                        <p:tav>
                                          <p:val>
                                            <p:strVal val="#ppt_x"/>
                                          </p:val>
                                        </p:tav>
                                        <p:tav tm="100000">
                                          <p:val>
                                            <p:strVal val="#ppt_x"/>
                                          </p:val>
                                        </p:tav>
                                      </p:tavLst>
                                    </p:anim>
                                    <p:anim calcmode="lin" valueType="num">
                                      <p:cBhvr additive="repl">
                                        <p:cTn id="237" dur="1000" fill="hold"/>
                                        <p:tgtEl>
                                          <p:spTgt spid="514">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8" name="Picture 4"/>
          <p:cNvPicPr/>
          <p:nvPr/>
        </p:nvPicPr>
        <p:blipFill>
          <a:blip r:embed="rId1"/>
          <a:srcRect l="0" t="96170" r="0" b="0"/>
          <a:stretch/>
        </p:blipFill>
        <p:spPr>
          <a:xfrm>
            <a:off x="676080" y="6472080"/>
            <a:ext cx="2142720" cy="192600"/>
          </a:xfrm>
          <a:prstGeom prst="rect">
            <a:avLst/>
          </a:prstGeom>
          <a:noFill/>
          <a:ln w="0">
            <a:noFill/>
          </a:ln>
        </p:spPr>
      </p:pic>
      <p:sp>
        <p:nvSpPr>
          <p:cNvPr id="519" name="PlaceHolder 1"/>
          <p:cNvSpPr>
            <a:spLocks noGrp="1"/>
          </p:cNvSpPr>
          <p:nvPr>
            <p:ph type="title"/>
          </p:nvPr>
        </p:nvSpPr>
        <p:spPr>
          <a:xfrm>
            <a:off x="676080" y="370440"/>
            <a:ext cx="4735440" cy="830520"/>
          </a:xfrm>
          <a:prstGeom prst="rect">
            <a:avLst/>
          </a:prstGeom>
          <a:noFill/>
          <a:ln w="0">
            <a:noFill/>
          </a:ln>
        </p:spPr>
        <p:txBody>
          <a:bodyPr lIns="91440" tIns="45720" rIns="91440" bIns="45720" anchor="t">
            <a:normAutofit/>
          </a:bodyPr>
          <a:p>
            <a:pPr indent="0" algn="l" defTabSz="457200">
              <a:lnSpc>
                <a:spcPct val="100000"/>
              </a:lnSpc>
              <a:buNone/>
            </a:pPr>
            <a:r>
              <a:rPr lang="en-IN" sz="4000" b="1" u="none" strike="noStrike">
                <a:solidFill>
                  <a:schemeClr val="dk1"/>
                </a:solidFill>
                <a:effectLst/>
                <a:uFillTx/>
                <a:latin typeface="Trebuchet MS"/>
              </a:rPr>
              <a:t>Future scope</a:t>
            </a:r>
            <a:endParaRPr lang="en-US" sz="4000" b="1" u="none" strike="noStrike">
              <a:solidFill>
                <a:schemeClr val="dk1"/>
              </a:solidFill>
              <a:effectLst/>
              <a:uFillTx/>
              <a:latin typeface="Trebuchet MS"/>
            </a:endParaRPr>
          </a:p>
        </p:txBody>
      </p:sp>
      <p:sp>
        <p:nvSpPr>
          <p:cNvPr id="520"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21"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22" name=""/>
          <p:cNvSpPr txBox="1"/>
          <p:nvPr/>
        </p:nvSpPr>
        <p:spPr>
          <a:xfrm>
            <a:off x="321120" y="1941120"/>
            <a:ext cx="9601200" cy="4800600"/>
          </a:xfrm>
          <a:prstGeom prst="rect">
            <a:avLst/>
          </a:prstGeom>
          <a:noFill/>
          <a:ln w="0">
            <a:noFill/>
          </a:ln>
        </p:spPr>
        <p:txBody>
          <a:bodyPr lIns="90000" tIns="45000" rIns="90000" bIns="45000" anchor="t">
            <a:spAutoFit/>
          </a:bodyPr>
          <a:p>
            <a:pPr marL="216000" indent="-216000">
              <a:spcBef>
                <a:spcPts val="1191"/>
              </a:spcBef>
              <a:spcAft>
                <a:spcPts val="992"/>
              </a:spcAft>
              <a:buClr>
                <a:srgbClr val="000000"/>
              </a:buClr>
              <a:buSzPct val="45000"/>
              <a:buFont typeface="Wingdings" charset="2"/>
              <a:buChar char=""/>
            </a:pPr>
            <a:r>
              <a:rPr lang="en-US" sz="2100" b="0" u="none" strike="noStrike">
                <a:solidFill>
                  <a:srgbClr val="000000"/>
                </a:solidFill>
                <a:effectLst/>
                <a:uFillTx/>
                <a:latin typeface="Arial"/>
              </a:rPr>
              <a:t>Machine Learning Integration: Implementing predictive models to forecast future crop yields based on historical seasonal data.</a:t>
            </a:r>
            <a:endParaRPr lang="en-US" sz="21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US" sz="2100" b="0" u="none" strike="noStrike">
                <a:solidFill>
                  <a:srgbClr val="000000"/>
                </a:solidFill>
                <a:effectLst/>
                <a:uFillTx/>
                <a:latin typeface="Arial"/>
              </a:rPr>
              <a:t>Weather API Integration: Combining historical agricultural data with real-time climate data for deeper environmental insights.</a:t>
            </a:r>
            <a:endParaRPr lang="en-US" sz="21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US" sz="2100" b="0" u="none" strike="noStrike">
                <a:solidFill>
                  <a:srgbClr val="000000"/>
                </a:solidFill>
                <a:effectLst/>
                <a:uFillTx/>
                <a:latin typeface="Arial"/>
              </a:rPr>
              <a:t>Interactive Dashboards: Transitioning static Matplotlib charts into interactive web dashboards using libraries like Streamlit or Plotly.</a:t>
            </a:r>
            <a:endParaRPr lang="en-US"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38" dur="indefinite" restart="never" nodeType="tmRoot">
          <p:childTnLst>
            <p:seq>
              <p:cTn id="239" dur="indefinite" nodeType="mainSeq">
                <p:childTnLst>
                  <p:par>
                    <p:cTn id="240" fill="hold">
                      <p:stCondLst>
                        <p:cond delay="indefinite"/>
                      </p:stCondLst>
                      <p:childTnLst>
                        <p:par>
                          <p:cTn id="241" fill="hold">
                            <p:stCondLst>
                              <p:cond delay="0"/>
                            </p:stCondLst>
                            <p:childTnLst>
                              <p:par>
                                <p:cTn id="242" presetID="53" presetClass="entr" fill="hold" nodeType="clickEffect" presetSubtype="16">
                                  <p:stCondLst>
                                    <p:cond delay="0"/>
                                  </p:stCondLst>
                                  <p:childTnLst>
                                    <p:set>
                                      <p:cBhvr>
                                        <p:cTn id="243" dur="1" fill="hold">
                                          <p:stCondLst>
                                            <p:cond delay="0"/>
                                          </p:stCondLst>
                                        </p:cTn>
                                        <p:tgtEl>
                                          <p:spTgt spid="519"/>
                                        </p:tgtEl>
                                        <p:attrNameLst>
                                          <p:attrName>style.visibility</p:attrName>
                                        </p:attrNameLst>
                                      </p:cBhvr>
                                      <p:to>
                                        <p:strVal val="visible"/>
                                      </p:to>
                                    </p:set>
                                    <p:anim calcmode="lin" valueType="num">
                                      <p:cBhvr additive="repl">
                                        <p:cTn id="244" dur="500" fill="hold"/>
                                        <p:tgtEl>
                                          <p:spTgt spid="519"/>
                                        </p:tgtEl>
                                        <p:attrNameLst>
                                          <p:attrName>ppt_w</p:attrName>
                                        </p:attrNameLst>
                                      </p:cBhvr>
                                      <p:tavLst>
                                        <p:tav>
                                          <p:val>
                                            <p:fltVal val="0"/>
                                          </p:val>
                                        </p:tav>
                                        <p:tav tm="100000">
                                          <p:val>
                                            <p:strVal val="#ppt_w"/>
                                          </p:val>
                                        </p:tav>
                                      </p:tavLst>
                                    </p:anim>
                                    <p:anim calcmode="lin" valueType="num">
                                      <p:cBhvr additive="repl">
                                        <p:cTn id="245" dur="500" fill="hold"/>
                                        <p:tgtEl>
                                          <p:spTgt spid="519"/>
                                        </p:tgtEl>
                                        <p:attrNameLst>
                                          <p:attrName>ppt_h</p:attrName>
                                        </p:attrNameLst>
                                      </p:cBhvr>
                                      <p:tavLst>
                                        <p:tav>
                                          <p:val>
                                            <p:fltVal val="0"/>
                                          </p:val>
                                        </p:tav>
                                        <p:tav tm="100000">
                                          <p:val>
                                            <p:strVal val="#ppt_h"/>
                                          </p:val>
                                        </p:tav>
                                      </p:tavLst>
                                    </p:anim>
                                    <p:animEffect transition="in" filter="fade">
                                      <p:cBhvr additive="repl">
                                        <p:cTn id="246" dur="500"/>
                                        <p:tgtEl>
                                          <p:spTgt spid="519"/>
                                        </p:tgtEl>
                                      </p:cBhvr>
                                    </p:animEffect>
                                  </p:childTnLst>
                                </p:cTn>
                              </p:par>
                            </p:childTnLst>
                          </p:cTn>
                        </p:par>
                      </p:childTnLst>
                    </p:cTn>
                  </p:par>
                  <p:par>
                    <p:cTn id="247" fill="hold">
                      <p:stCondLst>
                        <p:cond delay="indefinite"/>
                      </p:stCondLst>
                      <p:childTnLst>
                        <p:par>
                          <p:cTn id="248" fill="hold">
                            <p:stCondLst>
                              <p:cond delay="0"/>
                            </p:stCondLst>
                            <p:childTnLst>
                              <p:par>
                                <p:cTn id="249" presetID="42" presetClass="entr" fill="hold" nodeType="clickEffect">
                                  <p:stCondLst>
                                    <p:cond delay="0"/>
                                  </p:stCondLst>
                                  <p:endCondLst>
                                    <p:cond delay="0" evt="begin">
                                      <p:tn val="249"/>
                                    </p:cond>
                                  </p:endCondLst>
                                  <p:childTnLst>
                                    <p:set>
                                      <p:cBhvr>
                                        <p:cTn id="250" dur="1" fill="hold">
                                          <p:stCondLst>
                                            <p:cond delay="0"/>
                                          </p:stCondLst>
                                        </p:cTn>
                                        <p:tgtEl>
                                          <p:spTgt spid="520"/>
                                        </p:tgtEl>
                                        <p:attrNameLst>
                                          <p:attrName>style.visibility</p:attrName>
                                        </p:attrNameLst>
                                      </p:cBhvr>
                                      <p:to>
                                        <p:strVal val="visible"/>
                                      </p:to>
                                    </p:set>
                                    <p:animEffect transition="in" filter="fade">
                                      <p:cBhvr additive="repl">
                                        <p:cTn id="251" dur="1000"/>
                                        <p:tgtEl>
                                          <p:spTgt spid="520"/>
                                        </p:tgtEl>
                                      </p:cBhvr>
                                    </p:animEffect>
                                    <p:anim calcmode="lin" valueType="num">
                                      <p:cBhvr additive="repl">
                                        <p:cTn id="252" dur="1000" fill="hold"/>
                                        <p:tgtEl>
                                          <p:spTgt spid="520"/>
                                        </p:tgtEl>
                                        <p:attrNameLst>
                                          <p:attrName>ppt_x</p:attrName>
                                        </p:attrNameLst>
                                      </p:cBhvr>
                                      <p:tavLst>
                                        <p:tav>
                                          <p:val>
                                            <p:strVal val="#ppt_x"/>
                                          </p:val>
                                        </p:tav>
                                        <p:tav tm="100000">
                                          <p:val>
                                            <p:strVal val="#ppt_x"/>
                                          </p:val>
                                        </p:tav>
                                      </p:tavLst>
                                    </p:anim>
                                    <p:anim calcmode="lin" valueType="num">
                                      <p:cBhvr additive="repl">
                                        <p:cTn id="253" dur="1000" fill="hold"/>
                                        <p:tgtEl>
                                          <p:spTgt spid="520"/>
                                        </p:tgtEl>
                                        <p:attrNameLst>
                                          <p:attrName>ppt_y</p:attrName>
                                        </p:attrNameLst>
                                      </p:cBhvr>
                                      <p:tavLst>
                                        <p:tav>
                                          <p:val>
                                            <p:strVal val="#ppt_y+.1"/>
                                          </p:val>
                                        </p:tav>
                                        <p:tav tm="100000">
                                          <p:val>
                                            <p:strVal val="#ppt_y"/>
                                          </p:val>
                                        </p:tav>
                                      </p:tavLst>
                                    </p:anim>
                                  </p:childTnLst>
                                </p:cTn>
                              </p:par>
                            </p:childTnLst>
                          </p:cTn>
                        </p:par>
                      </p:childTnLst>
                    </p:cTn>
                  </p:par>
                  <p:par>
                    <p:cTn id="254" fill="hold">
                      <p:stCondLst>
                        <p:cond delay="indefinite"/>
                      </p:stCondLst>
                      <p:childTnLst>
                        <p:par>
                          <p:cTn id="255" fill="hold">
                            <p:stCondLst>
                              <p:cond delay="0"/>
                            </p:stCondLst>
                            <p:childTnLst>
                              <p:par>
                                <p:cTn id="256" presetID="42" presetClass="entr" fill="hold" nodeType="clickEffect">
                                  <p:stCondLst>
                                    <p:cond delay="0"/>
                                  </p:stCondLst>
                                  <p:endCondLst>
                                    <p:cond delay="0" evt="begin">
                                      <p:tn val="256"/>
                                    </p:cond>
                                  </p:endCondLst>
                                  <p:childTnLst>
                                    <p:set>
                                      <p:cBhvr>
                                        <p:cTn id="257" dur="1" fill="hold">
                                          <p:stCondLst>
                                            <p:cond delay="0"/>
                                          </p:stCondLst>
                                        </p:cTn>
                                        <p:tgtEl>
                                          <p:spTgt spid="521"/>
                                        </p:tgtEl>
                                        <p:attrNameLst>
                                          <p:attrName>style.visibility</p:attrName>
                                        </p:attrNameLst>
                                      </p:cBhvr>
                                      <p:to>
                                        <p:strVal val="visible"/>
                                      </p:to>
                                    </p:set>
                                    <p:animEffect transition="in" filter="fade">
                                      <p:cBhvr additive="repl">
                                        <p:cTn id="258" dur="1000"/>
                                        <p:tgtEl>
                                          <p:spTgt spid="521"/>
                                        </p:tgtEl>
                                      </p:cBhvr>
                                    </p:animEffect>
                                    <p:anim calcmode="lin" valueType="num">
                                      <p:cBhvr additive="repl">
                                        <p:cTn id="259" dur="1000" fill="hold"/>
                                        <p:tgtEl>
                                          <p:spTgt spid="521"/>
                                        </p:tgtEl>
                                        <p:attrNameLst>
                                          <p:attrName>ppt_x</p:attrName>
                                        </p:attrNameLst>
                                      </p:cBhvr>
                                      <p:tavLst>
                                        <p:tav>
                                          <p:val>
                                            <p:strVal val="#ppt_x"/>
                                          </p:val>
                                        </p:tav>
                                        <p:tav tm="100000">
                                          <p:val>
                                            <p:strVal val="#ppt_x"/>
                                          </p:val>
                                        </p:tav>
                                      </p:tavLst>
                                    </p:anim>
                                    <p:anim calcmode="lin" valueType="num">
                                      <p:cBhvr additive="repl">
                                        <p:cTn id="260" dur="1000" fill="hold"/>
                                        <p:tgtEl>
                                          <p:spTgt spid="521"/>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3" name="Picture 4"/>
          <p:cNvPicPr/>
          <p:nvPr/>
        </p:nvPicPr>
        <p:blipFill>
          <a:blip r:embed="rId1"/>
          <a:srcRect l="0" t="96170" r="0" b="0"/>
          <a:stretch/>
        </p:blipFill>
        <p:spPr>
          <a:xfrm>
            <a:off x="676080" y="6472080"/>
            <a:ext cx="2142720" cy="192600"/>
          </a:xfrm>
          <a:prstGeom prst="rect">
            <a:avLst/>
          </a:prstGeom>
          <a:noFill/>
          <a:ln w="0">
            <a:noFill/>
          </a:ln>
        </p:spPr>
      </p:pic>
      <p:sp>
        <p:nvSpPr>
          <p:cNvPr id="524" name="PlaceHolder 1"/>
          <p:cNvSpPr>
            <a:spLocks noGrp="1"/>
          </p:cNvSpPr>
          <p:nvPr>
            <p:ph type="title"/>
          </p:nvPr>
        </p:nvSpPr>
        <p:spPr>
          <a:xfrm>
            <a:off x="676080" y="370440"/>
            <a:ext cx="4735440" cy="830520"/>
          </a:xfrm>
          <a:prstGeom prst="rect">
            <a:avLst/>
          </a:prstGeom>
          <a:noFill/>
          <a:ln w="0">
            <a:noFill/>
          </a:ln>
        </p:spPr>
        <p:txBody>
          <a:bodyPr lIns="91440" tIns="45720" rIns="91440" bIns="45720" anchor="t">
            <a:normAutofit/>
          </a:bodyPr>
          <a:p>
            <a:pPr indent="0" algn="l" defTabSz="457200">
              <a:lnSpc>
                <a:spcPct val="100000"/>
              </a:lnSpc>
              <a:buNone/>
            </a:pPr>
            <a:r>
              <a:rPr lang="en-IN" sz="4000" b="1" u="none" strike="noStrike">
                <a:solidFill>
                  <a:schemeClr val="dk1"/>
                </a:solidFill>
                <a:effectLst/>
                <a:uFillTx/>
                <a:latin typeface="Trebuchet MS"/>
              </a:rPr>
              <a:t>GitHub Link</a:t>
            </a:r>
            <a:endParaRPr lang="en-US" sz="4000" b="1" u="none" strike="noStrike">
              <a:solidFill>
                <a:schemeClr val="dk1"/>
              </a:solidFill>
              <a:effectLst/>
              <a:uFillTx/>
              <a:latin typeface="Trebuchet MS"/>
            </a:endParaRPr>
          </a:p>
        </p:txBody>
      </p:sp>
      <p:sp>
        <p:nvSpPr>
          <p:cNvPr id="525"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26"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27" name=""/>
          <p:cNvSpPr txBox="1"/>
          <p:nvPr/>
        </p:nvSpPr>
        <p:spPr>
          <a:xfrm>
            <a:off x="685800" y="1941120"/>
            <a:ext cx="9372600" cy="2743200"/>
          </a:xfrm>
          <a:prstGeom prst="rect">
            <a:avLst/>
          </a:prstGeom>
          <a:noFill/>
          <a:ln w="0">
            <a:noFill/>
          </a:ln>
        </p:spPr>
        <p:txBody>
          <a:bodyPr lIns="90000" tIns="45000" rIns="90000" bIns="45000" anchor="t">
            <a:spAutoFit/>
          </a:bodyPr>
          <a:p>
            <a:r>
              <a:rPr lang="en-US" sz="2600" b="0" u="none" strike="noStrike">
                <a:solidFill>
                  <a:srgbClr val="000000"/>
                </a:solidFill>
                <a:effectLst/>
                <a:uFillTx/>
                <a:latin typeface="Arial"/>
              </a:rPr>
              <a:t>My github Repository: </a:t>
            </a:r>
            <a:r>
              <a:rPr lang="en-US" sz="2600" b="0" u="sng" strike="noStrike">
                <a:solidFill>
                  <a:srgbClr val="000000"/>
                </a:solidFill>
                <a:effectLst/>
                <a:uFillTx/>
                <a:latin typeface="Arial"/>
              </a:rPr>
              <a:t>https://github.com/AlbusKnyght/Seasonal-Agriculture-Performance-Analysis</a:t>
            </a:r>
            <a:endParaRPr lang="en-US"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61" dur="indefinite" restart="never" nodeType="tmRoot">
          <p:childTnLst>
            <p:seq>
              <p:cTn id="262" dur="indefinite" nodeType="mainSeq">
                <p:childTnLst>
                  <p:par>
                    <p:cTn id="263" fill="hold">
                      <p:stCondLst>
                        <p:cond delay="indefinite"/>
                      </p:stCondLst>
                      <p:childTnLst>
                        <p:par>
                          <p:cTn id="264" fill="hold">
                            <p:stCondLst>
                              <p:cond delay="0"/>
                            </p:stCondLst>
                            <p:childTnLst>
                              <p:par>
                                <p:cTn id="265" presetID="53" presetClass="entr" fill="hold" nodeType="clickEffect" presetSubtype="16">
                                  <p:stCondLst>
                                    <p:cond delay="0"/>
                                  </p:stCondLst>
                                  <p:childTnLst>
                                    <p:set>
                                      <p:cBhvr>
                                        <p:cTn id="266" dur="1" fill="hold">
                                          <p:stCondLst>
                                            <p:cond delay="0"/>
                                          </p:stCondLst>
                                        </p:cTn>
                                        <p:tgtEl>
                                          <p:spTgt spid="524"/>
                                        </p:tgtEl>
                                        <p:attrNameLst>
                                          <p:attrName>style.visibility</p:attrName>
                                        </p:attrNameLst>
                                      </p:cBhvr>
                                      <p:to>
                                        <p:strVal val="visible"/>
                                      </p:to>
                                    </p:set>
                                    <p:anim calcmode="lin" valueType="num">
                                      <p:cBhvr additive="repl">
                                        <p:cTn id="267" dur="500" fill="hold"/>
                                        <p:tgtEl>
                                          <p:spTgt spid="524"/>
                                        </p:tgtEl>
                                        <p:attrNameLst>
                                          <p:attrName>ppt_w</p:attrName>
                                        </p:attrNameLst>
                                      </p:cBhvr>
                                      <p:tavLst>
                                        <p:tav>
                                          <p:val>
                                            <p:fltVal val="0"/>
                                          </p:val>
                                        </p:tav>
                                        <p:tav tm="100000">
                                          <p:val>
                                            <p:strVal val="#ppt_w"/>
                                          </p:val>
                                        </p:tav>
                                      </p:tavLst>
                                    </p:anim>
                                    <p:anim calcmode="lin" valueType="num">
                                      <p:cBhvr additive="repl">
                                        <p:cTn id="268" dur="500" fill="hold"/>
                                        <p:tgtEl>
                                          <p:spTgt spid="524"/>
                                        </p:tgtEl>
                                        <p:attrNameLst>
                                          <p:attrName>ppt_h</p:attrName>
                                        </p:attrNameLst>
                                      </p:cBhvr>
                                      <p:tavLst>
                                        <p:tav>
                                          <p:val>
                                            <p:fltVal val="0"/>
                                          </p:val>
                                        </p:tav>
                                        <p:tav tm="100000">
                                          <p:val>
                                            <p:strVal val="#ppt_h"/>
                                          </p:val>
                                        </p:tav>
                                      </p:tavLst>
                                    </p:anim>
                                    <p:animEffect transition="in" filter="fade">
                                      <p:cBhvr additive="repl">
                                        <p:cTn id="269" dur="500"/>
                                        <p:tgtEl>
                                          <p:spTgt spid="524"/>
                                        </p:tgtEl>
                                      </p:cBhvr>
                                    </p:animEffect>
                                  </p:childTnLst>
                                </p:cTn>
                              </p:par>
                            </p:childTnLst>
                          </p:cTn>
                        </p:par>
                      </p:childTnLst>
                    </p:cTn>
                  </p:par>
                  <p:par>
                    <p:cTn id="270" fill="hold">
                      <p:stCondLst>
                        <p:cond delay="indefinite"/>
                      </p:stCondLst>
                      <p:childTnLst>
                        <p:par>
                          <p:cTn id="271" fill="hold">
                            <p:stCondLst>
                              <p:cond delay="0"/>
                            </p:stCondLst>
                            <p:childTnLst>
                              <p:par>
                                <p:cTn id="272" presetID="42" presetClass="entr" fill="hold" nodeType="clickEffect">
                                  <p:stCondLst>
                                    <p:cond delay="0"/>
                                  </p:stCondLst>
                                  <p:endCondLst>
                                    <p:cond delay="0" evt="begin">
                                      <p:tn val="272"/>
                                    </p:cond>
                                  </p:endCondLst>
                                  <p:childTnLst>
                                    <p:set>
                                      <p:cBhvr>
                                        <p:cTn id="273" dur="1" fill="hold">
                                          <p:stCondLst>
                                            <p:cond delay="0"/>
                                          </p:stCondLst>
                                        </p:cTn>
                                        <p:tgtEl>
                                          <p:spTgt spid="525"/>
                                        </p:tgtEl>
                                        <p:attrNameLst>
                                          <p:attrName>style.visibility</p:attrName>
                                        </p:attrNameLst>
                                      </p:cBhvr>
                                      <p:to>
                                        <p:strVal val="visible"/>
                                      </p:to>
                                    </p:set>
                                    <p:animEffect transition="in" filter="fade">
                                      <p:cBhvr additive="repl">
                                        <p:cTn id="274" dur="1000"/>
                                        <p:tgtEl>
                                          <p:spTgt spid="525"/>
                                        </p:tgtEl>
                                      </p:cBhvr>
                                    </p:animEffect>
                                    <p:anim calcmode="lin" valueType="num">
                                      <p:cBhvr additive="repl">
                                        <p:cTn id="275" dur="1000" fill="hold"/>
                                        <p:tgtEl>
                                          <p:spTgt spid="525"/>
                                        </p:tgtEl>
                                        <p:attrNameLst>
                                          <p:attrName>ppt_x</p:attrName>
                                        </p:attrNameLst>
                                      </p:cBhvr>
                                      <p:tavLst>
                                        <p:tav>
                                          <p:val>
                                            <p:strVal val="#ppt_x"/>
                                          </p:val>
                                        </p:tav>
                                        <p:tav tm="100000">
                                          <p:val>
                                            <p:strVal val="#ppt_x"/>
                                          </p:val>
                                        </p:tav>
                                      </p:tavLst>
                                    </p:anim>
                                    <p:anim calcmode="lin" valueType="num">
                                      <p:cBhvr additive="repl">
                                        <p:cTn id="276" dur="1000" fill="hold"/>
                                        <p:tgtEl>
                                          <p:spTgt spid="525"/>
                                        </p:tgtEl>
                                        <p:attrNameLst>
                                          <p:attrName>ppt_y</p:attrName>
                                        </p:attrNameLst>
                                      </p:cBhvr>
                                      <p:tavLst>
                                        <p:tav>
                                          <p:val>
                                            <p:strVal val="#ppt_y+.1"/>
                                          </p:val>
                                        </p:tav>
                                        <p:tav tm="100000">
                                          <p:val>
                                            <p:strVal val="#ppt_y"/>
                                          </p:val>
                                        </p:tav>
                                      </p:tavLst>
                                    </p:anim>
                                  </p:childTnLst>
                                </p:cTn>
                              </p:par>
                            </p:childTnLst>
                          </p:cTn>
                        </p:par>
                      </p:childTnLst>
                    </p:cTn>
                  </p:par>
                  <p:par>
                    <p:cTn id="277" fill="hold">
                      <p:stCondLst>
                        <p:cond delay="indefinite"/>
                      </p:stCondLst>
                      <p:childTnLst>
                        <p:par>
                          <p:cTn id="278" fill="hold">
                            <p:stCondLst>
                              <p:cond delay="0"/>
                            </p:stCondLst>
                            <p:childTnLst>
                              <p:par>
                                <p:cTn id="279" presetID="42" presetClass="entr" fill="hold" nodeType="clickEffect">
                                  <p:stCondLst>
                                    <p:cond delay="0"/>
                                  </p:stCondLst>
                                  <p:endCondLst>
                                    <p:cond delay="0" evt="begin">
                                      <p:tn val="279"/>
                                    </p:cond>
                                  </p:endCondLst>
                                  <p:childTnLst>
                                    <p:set>
                                      <p:cBhvr>
                                        <p:cTn id="280" dur="1" fill="hold">
                                          <p:stCondLst>
                                            <p:cond delay="0"/>
                                          </p:stCondLst>
                                        </p:cTn>
                                        <p:tgtEl>
                                          <p:spTgt spid="526"/>
                                        </p:tgtEl>
                                        <p:attrNameLst>
                                          <p:attrName>style.visibility</p:attrName>
                                        </p:attrNameLst>
                                      </p:cBhvr>
                                      <p:to>
                                        <p:strVal val="visible"/>
                                      </p:to>
                                    </p:set>
                                    <p:animEffect transition="in" filter="fade">
                                      <p:cBhvr additive="repl">
                                        <p:cTn id="281" dur="1000"/>
                                        <p:tgtEl>
                                          <p:spTgt spid="526"/>
                                        </p:tgtEl>
                                      </p:cBhvr>
                                    </p:animEffect>
                                    <p:anim calcmode="lin" valueType="num">
                                      <p:cBhvr additive="repl">
                                        <p:cTn id="282" dur="1000" fill="hold"/>
                                        <p:tgtEl>
                                          <p:spTgt spid="526"/>
                                        </p:tgtEl>
                                        <p:attrNameLst>
                                          <p:attrName>ppt_x</p:attrName>
                                        </p:attrNameLst>
                                      </p:cBhvr>
                                      <p:tavLst>
                                        <p:tav>
                                          <p:val>
                                            <p:strVal val="#ppt_x"/>
                                          </p:val>
                                        </p:tav>
                                        <p:tav tm="100000">
                                          <p:val>
                                            <p:strVal val="#ppt_x"/>
                                          </p:val>
                                        </p:tav>
                                      </p:tavLst>
                                    </p:anim>
                                    <p:anim calcmode="lin" valueType="num">
                                      <p:cBhvr additive="repl">
                                        <p:cTn id="283" dur="1000" fill="hold"/>
                                        <p:tgtEl>
                                          <p:spTgt spid="526"/>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8" name="Picture 4"/>
          <p:cNvPicPr/>
          <p:nvPr/>
        </p:nvPicPr>
        <p:blipFill>
          <a:blip r:embed="rId1"/>
          <a:srcRect l="0" t="96170" r="0" b="0"/>
          <a:stretch/>
        </p:blipFill>
        <p:spPr>
          <a:xfrm>
            <a:off x="676080" y="6472080"/>
            <a:ext cx="2142720" cy="192600"/>
          </a:xfrm>
          <a:prstGeom prst="rect">
            <a:avLst/>
          </a:prstGeom>
          <a:noFill/>
          <a:ln w="0">
            <a:noFill/>
          </a:ln>
        </p:spPr>
      </p:pic>
      <p:sp>
        <p:nvSpPr>
          <p:cNvPr id="529" name="PlaceHolder 1"/>
          <p:cNvSpPr>
            <a:spLocks noGrp="1"/>
          </p:cNvSpPr>
          <p:nvPr>
            <p:ph type="title"/>
          </p:nvPr>
        </p:nvSpPr>
        <p:spPr>
          <a:xfrm>
            <a:off x="676080" y="370440"/>
            <a:ext cx="8350920" cy="884160"/>
          </a:xfrm>
          <a:prstGeom prst="rect">
            <a:avLst/>
          </a:prstGeom>
          <a:noFill/>
          <a:ln w="0">
            <a:noFill/>
          </a:ln>
        </p:spPr>
        <p:txBody>
          <a:bodyPr lIns="91440" tIns="45720" rIns="91440" bIns="45720" anchor="t">
            <a:normAutofit fontScale="85000" lnSpcReduction="9999"/>
          </a:bodyPr>
          <a:p>
            <a:pPr indent="0" algn="l" defTabSz="457200">
              <a:lnSpc>
                <a:spcPct val="100000"/>
              </a:lnSpc>
              <a:buNone/>
            </a:pPr>
            <a:r>
              <a:rPr lang="en-IN" sz="3200" b="1" u="none" strike="noStrike">
                <a:solidFill>
                  <a:schemeClr val="dk1"/>
                </a:solidFill>
                <a:effectLst/>
                <a:uFillTx/>
                <a:latin typeface="Trebuchet MS"/>
              </a:rPr>
              <a:t>VOIS Course completion certificate - </a:t>
            </a:r>
            <a:br>
              <a:rPr sz="3200"/>
            </a:br>
            <a:r>
              <a:rPr lang="en-IN" sz="3200" b="1" u="none" strike="noStrike">
                <a:solidFill>
                  <a:schemeClr val="dk1"/>
                </a:solidFill>
                <a:effectLst/>
                <a:uFillTx/>
                <a:latin typeface="Trebuchet MS"/>
              </a:rPr>
              <a:t>Course name- Data Visualization </a:t>
            </a:r>
            <a:endParaRPr lang="en-US" sz="3200" b="1" u="none" strike="noStrike">
              <a:solidFill>
                <a:schemeClr val="dk1"/>
              </a:solidFill>
              <a:effectLst/>
              <a:uFillTx/>
              <a:latin typeface="Trebuchet MS"/>
            </a:endParaRPr>
          </a:p>
        </p:txBody>
      </p:sp>
      <p:sp>
        <p:nvSpPr>
          <p:cNvPr id="530"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31"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532" name=""/>
          <p:cNvPicPr/>
          <p:nvPr/>
        </p:nvPicPr>
        <p:blipFill>
          <a:blip r:embed="rId2"/>
          <a:stretch/>
        </p:blipFill>
        <p:spPr>
          <a:xfrm>
            <a:off x="724320" y="1254600"/>
            <a:ext cx="7276680" cy="5146200"/>
          </a:xfrm>
          <a:prstGeom prst="rect">
            <a:avLst/>
          </a:prstGeom>
          <a:noFill/>
          <a:ln w="0">
            <a:noFill/>
          </a:ln>
        </p:spPr>
      </p:pic>
    </p:spTree>
  </p:cSld>
  <mc:AlternateContent>
    <mc:Choice Requires="p14">
      <p:transition spd="slow" p14:dur="2000"/>
    </mc:Choice>
    <mc:Fallback>
      <p:transition spd="slow"/>
    </mc:Fallback>
  </mc:AlternateContent>
  <p:timing>
    <p:tnLst>
      <p:par>
        <p:cTn id="284" dur="indefinite" restart="never" nodeType="tmRoot">
          <p:childTnLst>
            <p:seq>
              <p:cTn id="285" dur="indefinite" nodeType="mainSeq">
                <p:childTnLst>
                  <p:par>
                    <p:cTn id="286" fill="hold">
                      <p:stCondLst>
                        <p:cond delay="indefinite"/>
                      </p:stCondLst>
                      <p:childTnLst>
                        <p:par>
                          <p:cTn id="287" fill="hold">
                            <p:stCondLst>
                              <p:cond delay="0"/>
                            </p:stCondLst>
                            <p:childTnLst>
                              <p:par>
                                <p:cTn id="288" presetID="53" presetClass="entr" fill="hold" nodeType="clickEffect" presetSubtype="16">
                                  <p:stCondLst>
                                    <p:cond delay="0"/>
                                  </p:stCondLst>
                                  <p:childTnLst>
                                    <p:set>
                                      <p:cBhvr>
                                        <p:cTn id="289" dur="1" fill="hold">
                                          <p:stCondLst>
                                            <p:cond delay="0"/>
                                          </p:stCondLst>
                                        </p:cTn>
                                        <p:tgtEl>
                                          <p:spTgt spid="529"/>
                                        </p:tgtEl>
                                        <p:attrNameLst>
                                          <p:attrName>style.visibility</p:attrName>
                                        </p:attrNameLst>
                                      </p:cBhvr>
                                      <p:to>
                                        <p:strVal val="visible"/>
                                      </p:to>
                                    </p:set>
                                    <p:anim calcmode="lin" valueType="num">
                                      <p:cBhvr additive="repl">
                                        <p:cTn id="290" dur="500" fill="hold"/>
                                        <p:tgtEl>
                                          <p:spTgt spid="529"/>
                                        </p:tgtEl>
                                        <p:attrNameLst>
                                          <p:attrName>ppt_w</p:attrName>
                                        </p:attrNameLst>
                                      </p:cBhvr>
                                      <p:tavLst>
                                        <p:tav>
                                          <p:val>
                                            <p:fltVal val="0"/>
                                          </p:val>
                                        </p:tav>
                                        <p:tav tm="100000">
                                          <p:val>
                                            <p:strVal val="#ppt_w"/>
                                          </p:val>
                                        </p:tav>
                                      </p:tavLst>
                                    </p:anim>
                                    <p:anim calcmode="lin" valueType="num">
                                      <p:cBhvr additive="repl">
                                        <p:cTn id="291" dur="500" fill="hold"/>
                                        <p:tgtEl>
                                          <p:spTgt spid="529"/>
                                        </p:tgtEl>
                                        <p:attrNameLst>
                                          <p:attrName>ppt_h</p:attrName>
                                        </p:attrNameLst>
                                      </p:cBhvr>
                                      <p:tavLst>
                                        <p:tav>
                                          <p:val>
                                            <p:fltVal val="0"/>
                                          </p:val>
                                        </p:tav>
                                        <p:tav tm="100000">
                                          <p:val>
                                            <p:strVal val="#ppt_h"/>
                                          </p:val>
                                        </p:tav>
                                      </p:tavLst>
                                    </p:anim>
                                    <p:animEffect transition="in" filter="fade">
                                      <p:cBhvr additive="repl">
                                        <p:cTn id="292" dur="500"/>
                                        <p:tgtEl>
                                          <p:spTgt spid="529"/>
                                        </p:tgtEl>
                                      </p:cBhvr>
                                    </p:animEffect>
                                  </p:childTnLst>
                                </p:cTn>
                              </p:par>
                            </p:childTnLst>
                          </p:cTn>
                        </p:par>
                      </p:childTnLst>
                    </p:cTn>
                  </p:par>
                  <p:par>
                    <p:cTn id="293" fill="hold">
                      <p:stCondLst>
                        <p:cond delay="indefinite"/>
                      </p:stCondLst>
                      <p:childTnLst>
                        <p:par>
                          <p:cTn id="294" fill="hold">
                            <p:stCondLst>
                              <p:cond delay="0"/>
                            </p:stCondLst>
                            <p:childTnLst>
                              <p:par>
                                <p:cTn id="295" presetID="42" presetClass="entr" fill="hold" nodeType="clickEffect">
                                  <p:stCondLst>
                                    <p:cond delay="0"/>
                                  </p:stCondLst>
                                  <p:endCondLst>
                                    <p:cond delay="0" evt="begin">
                                      <p:tn val="295"/>
                                    </p:cond>
                                  </p:endCondLst>
                                  <p:childTnLst>
                                    <p:set>
                                      <p:cBhvr>
                                        <p:cTn id="296" dur="1" fill="hold">
                                          <p:stCondLst>
                                            <p:cond delay="0"/>
                                          </p:stCondLst>
                                        </p:cTn>
                                        <p:tgtEl>
                                          <p:spTgt spid="530"/>
                                        </p:tgtEl>
                                        <p:attrNameLst>
                                          <p:attrName>style.visibility</p:attrName>
                                        </p:attrNameLst>
                                      </p:cBhvr>
                                      <p:to>
                                        <p:strVal val="visible"/>
                                      </p:to>
                                    </p:set>
                                    <p:animEffect transition="in" filter="fade">
                                      <p:cBhvr additive="repl">
                                        <p:cTn id="297" dur="1000"/>
                                        <p:tgtEl>
                                          <p:spTgt spid="530"/>
                                        </p:tgtEl>
                                      </p:cBhvr>
                                    </p:animEffect>
                                    <p:anim calcmode="lin" valueType="num">
                                      <p:cBhvr additive="repl">
                                        <p:cTn id="298" dur="1000" fill="hold"/>
                                        <p:tgtEl>
                                          <p:spTgt spid="530"/>
                                        </p:tgtEl>
                                        <p:attrNameLst>
                                          <p:attrName>ppt_x</p:attrName>
                                        </p:attrNameLst>
                                      </p:cBhvr>
                                      <p:tavLst>
                                        <p:tav>
                                          <p:val>
                                            <p:strVal val="#ppt_x"/>
                                          </p:val>
                                        </p:tav>
                                        <p:tav tm="100000">
                                          <p:val>
                                            <p:strVal val="#ppt_x"/>
                                          </p:val>
                                        </p:tav>
                                      </p:tavLst>
                                    </p:anim>
                                    <p:anim calcmode="lin" valueType="num">
                                      <p:cBhvr additive="repl">
                                        <p:cTn id="299" dur="1000" fill="hold"/>
                                        <p:tgtEl>
                                          <p:spTgt spid="530"/>
                                        </p:tgtEl>
                                        <p:attrNameLst>
                                          <p:attrName>ppt_y</p:attrName>
                                        </p:attrNameLst>
                                      </p:cBhvr>
                                      <p:tavLst>
                                        <p:tav>
                                          <p:val>
                                            <p:strVal val="#ppt_y+.1"/>
                                          </p:val>
                                        </p:tav>
                                        <p:tav tm="100000">
                                          <p:val>
                                            <p:strVal val="#ppt_y"/>
                                          </p:val>
                                        </p:tav>
                                      </p:tavLst>
                                    </p:anim>
                                  </p:childTnLst>
                                </p:cTn>
                              </p:par>
                            </p:childTnLst>
                          </p:cTn>
                        </p:par>
                      </p:childTnLst>
                    </p:cTn>
                  </p:par>
                  <p:par>
                    <p:cTn id="300" fill="hold">
                      <p:stCondLst>
                        <p:cond delay="indefinite"/>
                      </p:stCondLst>
                      <p:childTnLst>
                        <p:par>
                          <p:cTn id="301" fill="hold">
                            <p:stCondLst>
                              <p:cond delay="0"/>
                            </p:stCondLst>
                            <p:childTnLst>
                              <p:par>
                                <p:cTn id="302" presetID="42" presetClass="entr" fill="hold" nodeType="clickEffect">
                                  <p:stCondLst>
                                    <p:cond delay="0"/>
                                  </p:stCondLst>
                                  <p:endCondLst>
                                    <p:cond delay="0" evt="begin">
                                      <p:tn val="302"/>
                                    </p:cond>
                                  </p:endCondLst>
                                  <p:childTnLst>
                                    <p:set>
                                      <p:cBhvr>
                                        <p:cTn id="303" dur="1" fill="hold">
                                          <p:stCondLst>
                                            <p:cond delay="0"/>
                                          </p:stCondLst>
                                        </p:cTn>
                                        <p:tgtEl>
                                          <p:spTgt spid="531"/>
                                        </p:tgtEl>
                                        <p:attrNameLst>
                                          <p:attrName>style.visibility</p:attrName>
                                        </p:attrNameLst>
                                      </p:cBhvr>
                                      <p:to>
                                        <p:strVal val="visible"/>
                                      </p:to>
                                    </p:set>
                                    <p:animEffect transition="in" filter="fade">
                                      <p:cBhvr additive="repl">
                                        <p:cTn id="304" dur="1000"/>
                                        <p:tgtEl>
                                          <p:spTgt spid="531"/>
                                        </p:tgtEl>
                                      </p:cBhvr>
                                    </p:animEffect>
                                    <p:anim calcmode="lin" valueType="num">
                                      <p:cBhvr additive="repl">
                                        <p:cTn id="305" dur="1000" fill="hold"/>
                                        <p:tgtEl>
                                          <p:spTgt spid="531"/>
                                        </p:tgtEl>
                                        <p:attrNameLst>
                                          <p:attrName>ppt_x</p:attrName>
                                        </p:attrNameLst>
                                      </p:cBhvr>
                                      <p:tavLst>
                                        <p:tav>
                                          <p:val>
                                            <p:strVal val="#ppt_x"/>
                                          </p:val>
                                        </p:tav>
                                        <p:tav tm="100000">
                                          <p:val>
                                            <p:strVal val="#ppt_x"/>
                                          </p:val>
                                        </p:tav>
                                      </p:tavLst>
                                    </p:anim>
                                    <p:anim calcmode="lin" valueType="num">
                                      <p:cBhvr additive="repl">
                                        <p:cTn id="306" dur="1000" fill="hold"/>
                                        <p:tgtEl>
                                          <p:spTgt spid="531"/>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title"/>
          </p:nvPr>
        </p:nvSpPr>
        <p:spPr>
          <a:xfrm>
            <a:off x="432000" y="647640"/>
            <a:ext cx="11339640" cy="699840"/>
          </a:xfrm>
          <a:prstGeom prst="rect">
            <a:avLst/>
          </a:prstGeom>
          <a:noFill/>
          <a:ln w="0">
            <a:noFill/>
          </a:ln>
        </p:spPr>
        <p:txBody>
          <a:bodyPr lIns="91440" tIns="45720" rIns="91440" bIns="45720" anchor="ctr">
            <a:normAutofit fontScale="92500" lnSpcReduction="9999"/>
          </a:bodyPr>
          <a:p>
            <a:pPr indent="0" algn="ctr" defTabSz="457200">
              <a:lnSpc>
                <a:spcPct val="100000"/>
              </a:lnSpc>
              <a:buNone/>
            </a:pPr>
            <a:r>
              <a:rPr lang="en-US" sz="4800" b="1" u="none" strike="noStrike">
                <a:solidFill>
                  <a:schemeClr val="dk1"/>
                </a:solidFill>
                <a:effectLst/>
                <a:uFillTx/>
                <a:latin typeface="Trebuchet MS"/>
              </a:rPr>
              <a:t>Thank you</a:t>
            </a:r>
            <a:endParaRPr lang="en-US" sz="4800" b="0" u="none" strike="noStrike">
              <a:solidFill>
                <a:schemeClr val="accent1"/>
              </a:solidFill>
              <a:effectLst/>
              <a:uFillTx/>
              <a:latin typeface="Trebuchet MS"/>
            </a:endParaRPr>
          </a:p>
        </p:txBody>
      </p:sp>
      <p:sp>
        <p:nvSpPr>
          <p:cNvPr id="534" name="PlaceHolder 2"/>
          <p:cNvSpPr>
            <a:spLocks noGrp="1"/>
          </p:cNvSpPr>
          <p:nvPr>
            <p:ph/>
          </p:nvPr>
        </p:nvSpPr>
        <p:spPr>
          <a:xfrm>
            <a:off x="3727800" y="4641840"/>
            <a:ext cx="2139480" cy="1108440"/>
          </a:xfrm>
          <a:prstGeom prst="rect">
            <a:avLst/>
          </a:prstGeom>
          <a:noFill/>
          <a:ln w="0">
            <a:noFill/>
          </a:ln>
        </p:spPr>
        <p:txBody>
          <a:bodyPr lIns="91440" tIns="45720" rIns="91440" bIns="45720" anchor="t">
            <a:normAutofit/>
          </a:bodyPr>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a:t>
            </a:r>
            <a:endParaRPr lang="en-US" sz="1600" b="0" u="none" strike="noStrike">
              <a:solidFill>
                <a:schemeClr val="dk1"/>
              </a:solidFill>
              <a:effectLst/>
              <a:uFillTx/>
              <a:latin typeface="Trebuchet MS"/>
            </a:endParaRPr>
          </a:p>
        </p:txBody>
      </p:sp>
      <p:sp>
        <p:nvSpPr>
          <p:cNvPr id="535" name="Text Placeholder 28"/>
          <p:cNvSpPr/>
          <p:nvPr/>
        </p:nvSpPr>
        <p:spPr>
          <a:xfrm>
            <a:off x="878400" y="4134960"/>
            <a:ext cx="2596320" cy="453600"/>
          </a:xfrm>
          <a:prstGeom prst="rect">
            <a:avLst/>
          </a:prstGeom>
          <a:noFill/>
          <a:ln w="0">
            <a:noFill/>
          </a:ln>
        </p:spPr>
        <p:style>
          <a:lnRef idx="0"/>
          <a:fillRef idx="0"/>
          <a:effectRef idx="0"/>
          <a:fontRef idx="minor"/>
        </p:style>
        <p:txBody>
          <a:bodyPr anchor="t">
            <a:normAutofit fontScale="92500" lnSpcReduction="9999"/>
          </a:bodyPr>
          <a:p>
            <a:pPr algn="ctr" defTabSz="457200">
              <a:lnSpc>
                <a:spcPct val="100000"/>
              </a:lnSpc>
              <a:spcBef>
                <a:spcPts val="1001"/>
              </a:spcBef>
              <a:tabLst>
                <a:tab pos="0" algn="l"/>
              </a:tabLst>
            </a:pPr>
            <a:endParaRPr lang="en-IN" sz="2400" b="1" u="none" strike="noStrike">
              <a:solidFill>
                <a:schemeClr val="accent4"/>
              </a:solidFill>
              <a:effectLst/>
              <a:uFillTx/>
              <a:latin typeface="Trebuchet MS"/>
            </a:endParaRPr>
          </a:p>
        </p:txBody>
      </p:sp>
      <p:sp>
        <p:nvSpPr>
          <p:cNvPr id="536" name="Text Placeholder 28"/>
          <p:cNvSpPr/>
          <p:nvPr/>
        </p:nvSpPr>
        <p:spPr>
          <a:xfrm>
            <a:off x="5353560" y="3962520"/>
            <a:ext cx="2596320" cy="453600"/>
          </a:xfrm>
          <a:prstGeom prst="rect">
            <a:avLst/>
          </a:prstGeom>
          <a:noFill/>
          <a:ln w="0">
            <a:noFill/>
          </a:ln>
        </p:spPr>
        <p:style>
          <a:lnRef idx="0"/>
          <a:fillRef idx="0"/>
          <a:effectRef idx="0"/>
          <a:fontRef idx="minor"/>
        </p:style>
        <p:txBody>
          <a:bodyPr anchor="t">
            <a:normAutofit fontScale="92500" lnSpcReduction="9999"/>
          </a:bodyPr>
          <a:p>
            <a:pPr algn="ctr" defTabSz="457200">
              <a:lnSpc>
                <a:spcPct val="100000"/>
              </a:lnSpc>
              <a:spcBef>
                <a:spcPts val="1001"/>
              </a:spcBef>
              <a:tabLst>
                <a:tab pos="0" algn="l"/>
              </a:tabLst>
            </a:pPr>
            <a:endParaRPr lang="en-IN" sz="2200" b="1" u="none" strike="noStrike">
              <a:solidFill>
                <a:schemeClr val="accent4"/>
              </a:solidFill>
              <a:effectLst/>
              <a:uFillTx/>
              <a:latin typeface="Trebuchet MS"/>
            </a:endParaRPr>
          </a:p>
        </p:txBody>
      </p:sp>
      <p:sp>
        <p:nvSpPr>
          <p:cNvPr id="537" name="Text Placeholder 28"/>
          <p:cNvSpPr/>
          <p:nvPr/>
        </p:nvSpPr>
        <p:spPr>
          <a:xfrm>
            <a:off x="7789320" y="3962520"/>
            <a:ext cx="2596320" cy="453600"/>
          </a:xfrm>
          <a:prstGeom prst="rect">
            <a:avLst/>
          </a:prstGeom>
          <a:noFill/>
          <a:ln w="0">
            <a:noFill/>
          </a:ln>
        </p:spPr>
        <p:style>
          <a:lnRef idx="0"/>
          <a:fillRef idx="0"/>
          <a:effectRef idx="0"/>
          <a:fontRef idx="minor"/>
        </p:style>
        <p:txBody>
          <a:bodyPr anchor="t">
            <a:normAutofit fontScale="92500" lnSpcReduction="9999"/>
          </a:bodyPr>
          <a:p>
            <a:pPr algn="ctr" defTabSz="457200">
              <a:lnSpc>
                <a:spcPct val="100000"/>
              </a:lnSpc>
              <a:spcBef>
                <a:spcPts val="1001"/>
              </a:spcBef>
              <a:tabLst>
                <a:tab pos="0" algn="l"/>
              </a:tabLst>
            </a:pPr>
            <a:endParaRPr lang="en-IN" sz="2200" b="1" u="none" strike="noStrike">
              <a:solidFill>
                <a:schemeClr val="accent4"/>
              </a:solidFill>
              <a:effectLst/>
              <a:uFillTx/>
              <a:latin typeface="Trebuchet MS"/>
            </a:endParaRPr>
          </a:p>
        </p:txBody>
      </p:sp>
      <p:sp>
        <p:nvSpPr>
          <p:cNvPr id="538" name="Text Placeholder 30"/>
          <p:cNvSpPr/>
          <p:nvPr/>
        </p:nvSpPr>
        <p:spPr>
          <a:xfrm>
            <a:off x="6095880" y="4641840"/>
            <a:ext cx="2139480" cy="11084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endParaRPr lang="en-GB" sz="1600" b="0" u="none" strike="noStrike">
              <a:solidFill>
                <a:schemeClr val="dk1"/>
              </a:solidFill>
              <a:effectLst/>
              <a:uFillTx/>
              <a:latin typeface="Trebuchet MS"/>
            </a:endParaRPr>
          </a:p>
        </p:txBody>
      </p:sp>
      <p:sp>
        <p:nvSpPr>
          <p:cNvPr id="539" name="Text Placeholder 30"/>
          <p:cNvSpPr/>
          <p:nvPr/>
        </p:nvSpPr>
        <p:spPr>
          <a:xfrm>
            <a:off x="8591400" y="4641840"/>
            <a:ext cx="2139480" cy="11084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pos="0" algn="l"/>
              </a:tabLst>
            </a:pPr>
            <a:r>
              <a:rPr lang="en-GB" sz="1600" b="0" u="none" strike="noStrike">
                <a:solidFill>
                  <a:schemeClr val="dk1"/>
                </a:solidFill>
                <a:effectLst/>
                <a:uFillTx/>
                <a:latin typeface="Trebuchet MS"/>
              </a:rPr>
              <a:t>.</a:t>
            </a:r>
            <a:endParaRPr lang="en-US" sz="1600" b="0" u="none" strike="noStrike">
              <a:solidFill>
                <a:srgbClr val="000000"/>
              </a:solidFill>
              <a:effectLst/>
              <a:uFillTx/>
              <a:latin typeface="Arial"/>
            </a:endParaRPr>
          </a:p>
        </p:txBody>
      </p:sp>
      <p:pic>
        <p:nvPicPr>
          <p:cNvPr id="540" name="Picture 14"/>
          <p:cNvPicPr/>
          <p:nvPr/>
        </p:nvPicPr>
        <p:blipFill>
          <a:blip r:embed="rId1"/>
          <a:srcRect l="0" t="96170" r="0" b="0"/>
          <a:stretch/>
        </p:blipFill>
        <p:spPr>
          <a:xfrm>
            <a:off x="676080" y="6472080"/>
            <a:ext cx="2142720" cy="192600"/>
          </a:xfrm>
          <a:prstGeom prst="rect">
            <a:avLst/>
          </a:prstGeom>
          <a:noFill/>
          <a:ln w="0">
            <a:noFill/>
          </a:ln>
        </p:spPr>
      </p:pic>
      <p:sp>
        <p:nvSpPr>
          <p:cNvPr id="541" name="PlaceHolder 3"/>
          <p:cNvSpPr>
            <a:spLocks noGrp="1"/>
          </p:cNvSpPr>
          <p:nvPr>
            <p:ph/>
          </p:nvPr>
        </p:nvSpPr>
        <p:spPr>
          <a:xfrm>
            <a:off x="2975040" y="3962520"/>
            <a:ext cx="2139480" cy="343800"/>
          </a:xfrm>
          <a:prstGeom prst="rect">
            <a:avLst/>
          </a:prstGeom>
          <a:noFill/>
          <a:ln w="0">
            <a:noFill/>
          </a:ln>
        </p:spPr>
        <p:txBody>
          <a:bodyPr lIns="91440" tIns="45720" rIns="91440" bIns="45720" anchor="t">
            <a:normAutofit fontScale="62500" lnSpcReduction="19999"/>
          </a:bodyPr>
          <a:p>
            <a:pPr indent="0" algn="ctr" defTabSz="457200">
              <a:buNone/>
              <a:tabLst>
                <a:tab pos="0" algn="l"/>
              </a:tabLst>
            </a:pPr>
            <a:endParaRPr lang="en-US" sz="2000" b="1" u="none" strike="noStrike">
              <a:solidFill>
                <a:schemeClr val="accent4"/>
              </a:solidFill>
              <a:effectLst/>
              <a:uFillTx/>
              <a:latin typeface="Trebuchet MS"/>
            </a:endParaRPr>
          </a:p>
        </p:txBody>
      </p:sp>
    </p:spTree>
  </p:cSld>
  <mc:AlternateContent>
    <mc:Choice Requires="p14">
      <p:transition spd="slow" p14:dur="2000"/>
    </mc:Choice>
    <mc:Fallback>
      <p:transition spd="slow"/>
    </mc:Fallback>
  </mc:AlternateContent>
  <p:timing>
    <p:tnLst>
      <p:par>
        <p:cTn id="307" dur="indefinite" restart="never" nodeType="tmRoot">
          <p:childTnLst>
            <p:seq>
              <p:cTn id="308" dur="indefinite" nodeType="mainSeq">
                <p:childTnLst>
                  <p:par>
                    <p:cTn id="309" fill="hold">
                      <p:stCondLst>
                        <p:cond delay="indefinite"/>
                      </p:stCondLst>
                      <p:childTnLst>
                        <p:par>
                          <p:cTn id="310" fill="hold">
                            <p:stCondLst>
                              <p:cond delay="0"/>
                            </p:stCondLst>
                            <p:childTnLst>
                              <p:par>
                                <p:cTn id="311" presetID="53" presetClass="entr" fill="hold" nodeType="clickEffect" presetSubtype="16">
                                  <p:stCondLst>
                                    <p:cond delay="0"/>
                                  </p:stCondLst>
                                  <p:childTnLst>
                                    <p:set>
                                      <p:cBhvr>
                                        <p:cTn id="312" dur="1" fill="hold">
                                          <p:stCondLst>
                                            <p:cond delay="0"/>
                                          </p:stCondLst>
                                        </p:cTn>
                                        <p:tgtEl>
                                          <p:spTgt spid="533"/>
                                        </p:tgtEl>
                                        <p:attrNameLst>
                                          <p:attrName>style.visibility</p:attrName>
                                        </p:attrNameLst>
                                      </p:cBhvr>
                                      <p:to>
                                        <p:strVal val="visible"/>
                                      </p:to>
                                    </p:set>
                                    <p:anim calcmode="lin" valueType="num">
                                      <p:cBhvr additive="repl">
                                        <p:cTn id="313" dur="500" fill="hold"/>
                                        <p:tgtEl>
                                          <p:spTgt spid="533"/>
                                        </p:tgtEl>
                                        <p:attrNameLst>
                                          <p:attrName>ppt_w</p:attrName>
                                        </p:attrNameLst>
                                      </p:cBhvr>
                                      <p:tavLst>
                                        <p:tav>
                                          <p:val>
                                            <p:fltVal val="0"/>
                                          </p:val>
                                        </p:tav>
                                        <p:tav tm="100000">
                                          <p:val>
                                            <p:strVal val="#ppt_w"/>
                                          </p:val>
                                        </p:tav>
                                      </p:tavLst>
                                    </p:anim>
                                    <p:anim calcmode="lin" valueType="num">
                                      <p:cBhvr additive="repl">
                                        <p:cTn id="314" dur="500" fill="hold"/>
                                        <p:tgtEl>
                                          <p:spTgt spid="533"/>
                                        </p:tgtEl>
                                        <p:attrNameLst>
                                          <p:attrName>ppt_h</p:attrName>
                                        </p:attrNameLst>
                                      </p:cBhvr>
                                      <p:tavLst>
                                        <p:tav>
                                          <p:val>
                                            <p:fltVal val="0"/>
                                          </p:val>
                                        </p:tav>
                                        <p:tav tm="100000">
                                          <p:val>
                                            <p:strVal val="#ppt_h"/>
                                          </p:val>
                                        </p:tav>
                                      </p:tavLst>
                                    </p:anim>
                                    <p:animEffect transition="in" filter="fade">
                                      <p:cBhvr additive="repl">
                                        <p:cTn id="315" dur="500"/>
                                        <p:tgtEl>
                                          <p:spTgt spid="533"/>
                                        </p:tgtEl>
                                      </p:cBhvr>
                                    </p:animEffect>
                                  </p:childTnLst>
                                </p:cTn>
                              </p:par>
                            </p:childTnLst>
                          </p:cTn>
                        </p:par>
                      </p:childTnLst>
                    </p:cTn>
                  </p:par>
                  <p:par>
                    <p:cTn id="316" fill="hold">
                      <p:stCondLst>
                        <p:cond delay="indefinite"/>
                      </p:stCondLst>
                      <p:childTnLst>
                        <p:par>
                          <p:cTn id="317" fill="hold">
                            <p:stCondLst>
                              <p:cond delay="0"/>
                            </p:stCondLst>
                            <p:childTnLst>
                              <p:par>
                                <p:cTn id="318" presetID="12" presetClass="entr" fill="hold" nodeType="clickEffect" presetSubtype="4">
                                  <p:stCondLst>
                                    <p:cond delay="0"/>
                                  </p:stCondLst>
                                  <p:endCondLst>
                                    <p:cond delay="0" evt="begin">
                                      <p:tn val="318"/>
                                    </p:cond>
                                  </p:endCondLst>
                                  <p:childTnLst>
                                    <p:set>
                                      <p:cBhvr>
                                        <p:cTn id="319" dur="1" fill="hold">
                                          <p:stCondLst>
                                            <p:cond delay="0"/>
                                          </p:stCondLst>
                                        </p:cTn>
                                        <p:tgtEl>
                                          <p:spTgt spid="535"/>
                                        </p:tgtEl>
                                        <p:attrNameLst>
                                          <p:attrName>style.visibility</p:attrName>
                                        </p:attrNameLst>
                                      </p:cBhvr>
                                      <p:to>
                                        <p:strVal val="visible"/>
                                      </p:to>
                                    </p:set>
                                    <p:anim calcmode="lin" valueType="num">
                                      <p:cBhvr additive="repl">
                                        <p:cTn id="320" dur="500"/>
                                        <p:tgtEl>
                                          <p:spTgt spid="535"/>
                                        </p:tgtEl>
                                        <p:attrNameLst>
                                          <p:attrName>ppt_y</p:attrName>
                                        </p:attrNameLst>
                                      </p:cBhvr>
                                      <p:tavLst>
                                        <p:tav>
                                          <p:val>
                                            <p:strVal val="#ppt_y+#ppt_h*1.125000"/>
                                          </p:val>
                                        </p:tav>
                                        <p:tav tm="100000">
                                          <p:val>
                                            <p:strVal val="#ppt_y"/>
                                          </p:val>
                                        </p:tav>
                                      </p:tavLst>
                                    </p:anim>
                                    <p:animEffect transition="in" filter="wipe(up)">
                                      <p:cBhvr additive="repl">
                                        <p:cTn id="321" dur="500"/>
                                        <p:tgtEl>
                                          <p:spTgt spid="535"/>
                                        </p:tgtEl>
                                      </p:cBhvr>
                                    </p:animEffect>
                                  </p:childTnLst>
                                </p:cTn>
                              </p:par>
                            </p:childTnLst>
                          </p:cTn>
                        </p:par>
                      </p:childTnLst>
                    </p:cTn>
                  </p:par>
                  <p:par>
                    <p:cTn id="322" fill="hold">
                      <p:stCondLst>
                        <p:cond delay="indefinite"/>
                      </p:stCondLst>
                      <p:childTnLst>
                        <p:par>
                          <p:cTn id="323" fill="hold">
                            <p:stCondLst>
                              <p:cond delay="0"/>
                            </p:stCondLst>
                            <p:childTnLst>
                              <p:par>
                                <p:cTn id="324" presetID="12" presetClass="entr" fill="hold" nodeType="clickEffect" presetSubtype="4">
                                  <p:stCondLst>
                                    <p:cond delay="0"/>
                                  </p:stCondLst>
                                  <p:childTnLst>
                                    <p:set>
                                      <p:cBhvr>
                                        <p:cTn id="325" dur="1" fill="hold">
                                          <p:stCondLst>
                                            <p:cond delay="0"/>
                                          </p:stCondLst>
                                        </p:cTn>
                                        <p:tgtEl>
                                          <p:spTgt spid="534">
                                            <p:txEl>
                                              <p:pRg st="0" end="0"/>
                                            </p:txEl>
                                          </p:spTgt>
                                        </p:tgtEl>
                                        <p:attrNameLst>
                                          <p:attrName>style.visibility</p:attrName>
                                        </p:attrNameLst>
                                      </p:cBhvr>
                                      <p:to>
                                        <p:strVal val="visible"/>
                                      </p:to>
                                    </p:set>
                                    <p:anim calcmode="lin" valueType="num">
                                      <p:cBhvr additive="repl">
                                        <p:cTn id="326" dur="500"/>
                                        <p:tgtEl>
                                          <p:spTgt spid="534">
                                            <p:txEl>
                                              <p:pRg st="0" end="0"/>
                                            </p:txEl>
                                          </p:spTgt>
                                        </p:tgtEl>
                                        <p:attrNameLst>
                                          <p:attrName>ppt_y</p:attrName>
                                        </p:attrNameLst>
                                      </p:cBhvr>
                                      <p:tavLst>
                                        <p:tav>
                                          <p:val>
                                            <p:strVal val="#ppt_y+#ppt_h*1.125000"/>
                                          </p:val>
                                        </p:tav>
                                        <p:tav tm="100000">
                                          <p:val>
                                            <p:strVal val="#ppt_y"/>
                                          </p:val>
                                        </p:tav>
                                      </p:tavLst>
                                    </p:anim>
                                    <p:animEffect transition="in" filter="wipe(up)">
                                      <p:cBhvr additive="repl">
                                        <p:cTn id="327" dur="500"/>
                                        <p:tgtEl>
                                          <p:spTgt spid="534">
                                            <p:txEl>
                                              <p:pRg st="0" end="0"/>
                                            </p:txEl>
                                          </p:spTgt>
                                        </p:tgtEl>
                                      </p:cBhvr>
                                    </p:animEffect>
                                  </p:childTnLst>
                                </p:cTn>
                              </p:par>
                            </p:childTnLst>
                          </p:cTn>
                        </p:par>
                      </p:childTnLst>
                    </p:cTn>
                  </p:par>
                  <p:par>
                    <p:cTn id="328" fill="hold">
                      <p:stCondLst>
                        <p:cond delay="indefinite"/>
                      </p:stCondLst>
                      <p:childTnLst>
                        <p:par>
                          <p:cTn id="329" fill="hold">
                            <p:stCondLst>
                              <p:cond delay="0"/>
                            </p:stCondLst>
                            <p:childTnLst>
                              <p:par>
                                <p:cTn id="330" presetID="12" presetClass="entr" fill="hold" nodeType="clickEffect" presetSubtype="4">
                                  <p:stCondLst>
                                    <p:cond delay="0"/>
                                  </p:stCondLst>
                                  <p:endCondLst>
                                    <p:cond delay="0" evt="begin">
                                      <p:tn val="330"/>
                                    </p:cond>
                                  </p:endCondLst>
                                  <p:childTnLst>
                                    <p:set>
                                      <p:cBhvr>
                                        <p:cTn id="331" dur="1" fill="hold">
                                          <p:stCondLst>
                                            <p:cond delay="0"/>
                                          </p:stCondLst>
                                        </p:cTn>
                                        <p:tgtEl>
                                          <p:spTgt spid="536"/>
                                        </p:tgtEl>
                                        <p:attrNameLst>
                                          <p:attrName>style.visibility</p:attrName>
                                        </p:attrNameLst>
                                      </p:cBhvr>
                                      <p:to>
                                        <p:strVal val="visible"/>
                                      </p:to>
                                    </p:set>
                                    <p:anim calcmode="lin" valueType="num">
                                      <p:cBhvr additive="repl">
                                        <p:cTn id="332" dur="500"/>
                                        <p:tgtEl>
                                          <p:spTgt spid="536"/>
                                        </p:tgtEl>
                                        <p:attrNameLst>
                                          <p:attrName>ppt_y</p:attrName>
                                        </p:attrNameLst>
                                      </p:cBhvr>
                                      <p:tavLst>
                                        <p:tav>
                                          <p:val>
                                            <p:strVal val="#ppt_y+#ppt_h*1.125000"/>
                                          </p:val>
                                        </p:tav>
                                        <p:tav tm="100000">
                                          <p:val>
                                            <p:strVal val="#ppt_y"/>
                                          </p:val>
                                        </p:tav>
                                      </p:tavLst>
                                    </p:anim>
                                    <p:animEffect transition="in" filter="wipe(up)">
                                      <p:cBhvr additive="repl">
                                        <p:cTn id="333" dur="500"/>
                                        <p:tgtEl>
                                          <p:spTgt spid="536"/>
                                        </p:tgtEl>
                                      </p:cBhvr>
                                    </p:animEffect>
                                  </p:childTnLst>
                                </p:cTn>
                              </p:par>
                            </p:childTnLst>
                          </p:cTn>
                        </p:par>
                      </p:childTnLst>
                    </p:cTn>
                  </p:par>
                  <p:par>
                    <p:cTn id="334" fill="hold">
                      <p:stCondLst>
                        <p:cond delay="indefinite"/>
                      </p:stCondLst>
                      <p:childTnLst>
                        <p:par>
                          <p:cTn id="335" fill="hold">
                            <p:stCondLst>
                              <p:cond delay="0"/>
                            </p:stCondLst>
                            <p:childTnLst>
                              <p:par>
                                <p:cTn id="336" presetID="12" presetClass="entr" fill="hold" nodeType="clickEffect" presetSubtype="4">
                                  <p:stCondLst>
                                    <p:cond delay="0"/>
                                  </p:stCondLst>
                                  <p:endCondLst>
                                    <p:cond delay="0" evt="begin">
                                      <p:tn val="336"/>
                                    </p:cond>
                                  </p:endCondLst>
                                  <p:childTnLst>
                                    <p:set>
                                      <p:cBhvr>
                                        <p:cTn id="337" dur="1" fill="hold">
                                          <p:stCondLst>
                                            <p:cond delay="0"/>
                                          </p:stCondLst>
                                        </p:cTn>
                                        <p:tgtEl>
                                          <p:spTgt spid="538"/>
                                        </p:tgtEl>
                                        <p:attrNameLst>
                                          <p:attrName>style.visibility</p:attrName>
                                        </p:attrNameLst>
                                      </p:cBhvr>
                                      <p:to>
                                        <p:strVal val="visible"/>
                                      </p:to>
                                    </p:set>
                                    <p:anim calcmode="lin" valueType="num">
                                      <p:cBhvr additive="repl">
                                        <p:cTn id="338" dur="500"/>
                                        <p:tgtEl>
                                          <p:spTgt spid="538"/>
                                        </p:tgtEl>
                                        <p:attrNameLst>
                                          <p:attrName>ppt_y</p:attrName>
                                        </p:attrNameLst>
                                      </p:cBhvr>
                                      <p:tavLst>
                                        <p:tav>
                                          <p:val>
                                            <p:strVal val="#ppt_y+#ppt_h*1.125000"/>
                                          </p:val>
                                        </p:tav>
                                        <p:tav tm="100000">
                                          <p:val>
                                            <p:strVal val="#ppt_y"/>
                                          </p:val>
                                        </p:tav>
                                      </p:tavLst>
                                    </p:anim>
                                    <p:animEffect transition="in" filter="wipe(up)">
                                      <p:cBhvr additive="repl">
                                        <p:cTn id="339" dur="500"/>
                                        <p:tgtEl>
                                          <p:spTgt spid="538"/>
                                        </p:tgtEl>
                                      </p:cBhvr>
                                    </p:animEffect>
                                  </p:childTnLst>
                                </p:cTn>
                              </p:par>
                            </p:childTnLst>
                          </p:cTn>
                        </p:par>
                      </p:childTnLst>
                    </p:cTn>
                  </p:par>
                  <p:par>
                    <p:cTn id="340" fill="hold">
                      <p:stCondLst>
                        <p:cond delay="indefinite"/>
                      </p:stCondLst>
                      <p:childTnLst>
                        <p:par>
                          <p:cTn id="341" fill="hold">
                            <p:stCondLst>
                              <p:cond delay="0"/>
                            </p:stCondLst>
                            <p:childTnLst>
                              <p:par>
                                <p:cTn id="342" presetID="12" presetClass="entr" fill="hold" nodeType="clickEffect" presetSubtype="4">
                                  <p:stCondLst>
                                    <p:cond delay="0"/>
                                  </p:stCondLst>
                                  <p:endCondLst>
                                    <p:cond delay="0" evt="begin">
                                      <p:tn val="342"/>
                                    </p:cond>
                                  </p:endCondLst>
                                  <p:childTnLst>
                                    <p:set>
                                      <p:cBhvr>
                                        <p:cTn id="343" dur="1" fill="hold">
                                          <p:stCondLst>
                                            <p:cond delay="0"/>
                                          </p:stCondLst>
                                        </p:cTn>
                                        <p:tgtEl>
                                          <p:spTgt spid="537"/>
                                        </p:tgtEl>
                                        <p:attrNameLst>
                                          <p:attrName>style.visibility</p:attrName>
                                        </p:attrNameLst>
                                      </p:cBhvr>
                                      <p:to>
                                        <p:strVal val="visible"/>
                                      </p:to>
                                    </p:set>
                                    <p:anim calcmode="lin" valueType="num">
                                      <p:cBhvr additive="repl">
                                        <p:cTn id="344" dur="500"/>
                                        <p:tgtEl>
                                          <p:spTgt spid="537"/>
                                        </p:tgtEl>
                                        <p:attrNameLst>
                                          <p:attrName>ppt_y</p:attrName>
                                        </p:attrNameLst>
                                      </p:cBhvr>
                                      <p:tavLst>
                                        <p:tav>
                                          <p:val>
                                            <p:strVal val="#ppt_y+#ppt_h*1.125000"/>
                                          </p:val>
                                        </p:tav>
                                        <p:tav tm="100000">
                                          <p:val>
                                            <p:strVal val="#ppt_y"/>
                                          </p:val>
                                        </p:tav>
                                      </p:tavLst>
                                    </p:anim>
                                    <p:animEffect transition="in" filter="wipe(up)">
                                      <p:cBhvr additive="repl">
                                        <p:cTn id="345" dur="500"/>
                                        <p:tgtEl>
                                          <p:spTgt spid="537"/>
                                        </p:tgtEl>
                                      </p:cBhvr>
                                    </p:animEffect>
                                  </p:childTnLst>
                                </p:cTn>
                              </p:par>
                            </p:childTnLst>
                          </p:cTn>
                        </p:par>
                      </p:childTnLst>
                    </p:cTn>
                  </p:par>
                  <p:par>
                    <p:cTn id="346" fill="hold">
                      <p:stCondLst>
                        <p:cond delay="indefinite"/>
                      </p:stCondLst>
                      <p:childTnLst>
                        <p:par>
                          <p:cTn id="347" fill="hold">
                            <p:stCondLst>
                              <p:cond delay="0"/>
                            </p:stCondLst>
                            <p:childTnLst>
                              <p:par>
                                <p:cTn id="348" presetID="12" presetClass="entr" fill="hold" nodeType="clickEffect" presetSubtype="4">
                                  <p:stCondLst>
                                    <p:cond delay="0"/>
                                  </p:stCondLst>
                                  <p:childTnLst>
                                    <p:set>
                                      <p:cBhvr>
                                        <p:cTn id="349" dur="1" fill="hold">
                                          <p:stCondLst>
                                            <p:cond delay="0"/>
                                          </p:stCondLst>
                                        </p:cTn>
                                        <p:tgtEl>
                                          <p:spTgt spid="539"/>
                                        </p:tgtEl>
                                        <p:attrNameLst>
                                          <p:attrName>style.visibility</p:attrName>
                                        </p:attrNameLst>
                                      </p:cBhvr>
                                      <p:to>
                                        <p:strVal val="visible"/>
                                      </p:to>
                                    </p:set>
                                    <p:anim calcmode="lin" valueType="num">
                                      <p:cBhvr additive="repl">
                                        <p:cTn id="350" dur="500"/>
                                        <p:tgtEl>
                                          <p:spTgt spid="539"/>
                                        </p:tgtEl>
                                        <p:attrNameLst>
                                          <p:attrName>ppt_y</p:attrName>
                                        </p:attrNameLst>
                                      </p:cBhvr>
                                      <p:tavLst>
                                        <p:tav>
                                          <p:val>
                                            <p:strVal val="#ppt_y+#ppt_h*1.125000"/>
                                          </p:val>
                                        </p:tav>
                                        <p:tav tm="100000">
                                          <p:val>
                                            <p:strVal val="#ppt_y"/>
                                          </p:val>
                                        </p:tav>
                                      </p:tavLst>
                                    </p:anim>
                                    <p:animEffect transition="in" filter="wipe(up)">
                                      <p:cBhvr additive="repl">
                                        <p:cTn id="351" dur="500"/>
                                        <p:tgtEl>
                                          <p:spTgt spid="5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645</TotalTime>
  <Application>LibreOffice/26.2.5.2$Linux_X86_64 LibreOffice_project/620$Build-2</Application>
  <AppVersion>15.0000</AppVersion>
  <Words>71</Words>
  <Paragraphs>18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dc:description/>
  <dc:language>en-US</dc:language>
  <cp:lastModifiedBy/>
  <dcterms:modified xsi:type="dcterms:W3CDTF">2026-09-16T01:25:38Z</dcterms:modified>
  <cp:revision>99</cp:revision>
  <dc:subject/>
  <dc:title>MASKED HUNTERS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vt:i4>
  </property>
  <property fmtid="{D5CDD505-2E9C-101B-9397-08002B2CF9AE}" pid="4" name="PresentationFormat">
    <vt:lpwstr>Widescreen</vt:lpwstr>
  </property>
  <property fmtid="{D5CDD505-2E9C-101B-9397-08002B2CF9AE}" pid="5" name="Slides">
    <vt:i4>14</vt:i4>
  </property>
</Properties>
</file>